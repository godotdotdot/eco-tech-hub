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94"/>
    <p:restoredTop sz="94714"/>
  </p:normalViewPr>
  <p:slideViewPr>
    <p:cSldViewPr snapToGrid="0" snapToObjects="1">
      <p:cViewPr varScale="1">
        <p:scale>
          <a:sx n="133" d="100"/>
          <a:sy n="133" d="100"/>
        </p:scale>
        <p:origin x="232" y="5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EA0C41-6A75-D049-A885-E8E3041E6D52}" type="doc">
      <dgm:prSet loTypeId="urn:microsoft.com/office/officeart/2008/layout/AlternatingHexagons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8D1BA38-09E4-634B-A00A-5D51B6161E2C}">
      <dgm:prSet phldrT="[文本]"/>
      <dgm:spPr/>
      <dgm:t>
        <a:bodyPr/>
        <a:lstStyle/>
        <a:p>
          <a:r>
            <a:rPr lang="zh-CN" altLang="en-US" dirty="0" smtClean="0"/>
            <a:t>跨域共享</a:t>
          </a:r>
          <a:endParaRPr lang="zh-CN" altLang="en-US" dirty="0"/>
        </a:p>
      </dgm:t>
    </dgm:pt>
    <dgm:pt modelId="{6C0575C0-7D7A-0A4E-A608-730EEB22FD4A}" type="parTrans" cxnId="{0FD0927D-DA04-2D41-B8B6-9D4E3D34C635}">
      <dgm:prSet/>
      <dgm:spPr/>
      <dgm:t>
        <a:bodyPr/>
        <a:lstStyle/>
        <a:p>
          <a:endParaRPr lang="zh-CN" altLang="en-US"/>
        </a:p>
      </dgm:t>
    </dgm:pt>
    <dgm:pt modelId="{8A31441D-2980-F043-A3CD-41182EA4110F}" type="sibTrans" cxnId="{0FD0927D-DA04-2D41-B8B6-9D4E3D34C635}">
      <dgm:prSet/>
      <dgm:spPr/>
      <dgm:t>
        <a:bodyPr/>
        <a:lstStyle/>
        <a:p>
          <a:r>
            <a:rPr lang="en-US" altLang="zh-CN" dirty="0" smtClean="0"/>
            <a:t>cookie</a:t>
          </a:r>
          <a:endParaRPr lang="zh-CN" altLang="en-US" dirty="0"/>
        </a:p>
      </dgm:t>
    </dgm:pt>
    <dgm:pt modelId="{B44EFB11-04AE-9644-8D03-67B32CA62F89}">
      <dgm:prSet phldrT="[文本]" phldr="1"/>
      <dgm:spPr/>
      <dgm:t>
        <a:bodyPr/>
        <a:lstStyle/>
        <a:p>
          <a:endParaRPr lang="zh-CN" altLang="en-US" dirty="0"/>
        </a:p>
      </dgm:t>
    </dgm:pt>
    <dgm:pt modelId="{C30E64CC-71DE-D541-81E6-AD166EA5F687}" type="parTrans" cxnId="{8DC4F93B-A8DD-F44B-987F-05D77B93E52D}">
      <dgm:prSet/>
      <dgm:spPr/>
      <dgm:t>
        <a:bodyPr/>
        <a:lstStyle/>
        <a:p>
          <a:endParaRPr lang="zh-CN" altLang="en-US"/>
        </a:p>
      </dgm:t>
    </dgm:pt>
    <dgm:pt modelId="{567888DF-8B88-584D-9AC0-1F46D8F0C86F}" type="sibTrans" cxnId="{8DC4F93B-A8DD-F44B-987F-05D77B93E52D}">
      <dgm:prSet/>
      <dgm:spPr/>
      <dgm:t>
        <a:bodyPr/>
        <a:lstStyle/>
        <a:p>
          <a:endParaRPr lang="zh-CN" altLang="en-US"/>
        </a:p>
      </dgm:t>
    </dgm:pt>
    <dgm:pt modelId="{C9F69CF8-3640-314A-83CC-B6A5A9FE0AEE}">
      <dgm:prSet phldrT="[文本]"/>
      <dgm:spPr/>
      <dgm:t>
        <a:bodyPr/>
        <a:lstStyle/>
        <a:p>
          <a:r>
            <a:rPr lang="en-US" altLang="zh-CN" dirty="0" smtClean="0"/>
            <a:t>JWT</a:t>
          </a:r>
          <a:endParaRPr lang="zh-CN" altLang="en-US" dirty="0"/>
        </a:p>
      </dgm:t>
    </dgm:pt>
    <dgm:pt modelId="{BB7C044F-8502-184B-B3F8-01068FD825CE}" type="parTrans" cxnId="{41C33E01-631C-8941-A139-7078AB7685A9}">
      <dgm:prSet/>
      <dgm:spPr/>
      <dgm:t>
        <a:bodyPr/>
        <a:lstStyle/>
        <a:p>
          <a:endParaRPr lang="zh-CN" altLang="en-US"/>
        </a:p>
      </dgm:t>
    </dgm:pt>
    <dgm:pt modelId="{1B7E50C8-9FBE-D14F-87C2-56A41D462163}" type="sibTrans" cxnId="{41C33E01-631C-8941-A139-7078AB7685A9}">
      <dgm:prSet/>
      <dgm:spPr/>
      <dgm:t>
        <a:bodyPr/>
        <a:lstStyle/>
        <a:p>
          <a:r>
            <a:rPr lang="en-US" altLang="zh-CN" dirty="0" smtClean="0"/>
            <a:t>session</a:t>
          </a:r>
          <a:endParaRPr lang="zh-CN" altLang="en-US" dirty="0"/>
        </a:p>
      </dgm:t>
    </dgm:pt>
    <dgm:pt modelId="{54AE7668-4E9F-2B45-82D6-056C1806B46E}">
      <dgm:prSet phldrT="[文本]" phldr="1"/>
      <dgm:spPr/>
      <dgm:t>
        <a:bodyPr/>
        <a:lstStyle/>
        <a:p>
          <a:endParaRPr lang="zh-CN" altLang="en-US"/>
        </a:p>
      </dgm:t>
    </dgm:pt>
    <dgm:pt modelId="{443808FD-0E50-C241-A048-5F4762438994}" type="parTrans" cxnId="{A95713D8-DC8B-1E49-BCDA-A86BA609427B}">
      <dgm:prSet/>
      <dgm:spPr/>
      <dgm:t>
        <a:bodyPr/>
        <a:lstStyle/>
        <a:p>
          <a:endParaRPr lang="zh-CN" altLang="en-US"/>
        </a:p>
      </dgm:t>
    </dgm:pt>
    <dgm:pt modelId="{1BBFA9BB-F06B-0C4A-AC9B-748E23436DA8}" type="sibTrans" cxnId="{A95713D8-DC8B-1E49-BCDA-A86BA609427B}">
      <dgm:prSet/>
      <dgm:spPr/>
      <dgm:t>
        <a:bodyPr/>
        <a:lstStyle/>
        <a:p>
          <a:endParaRPr lang="zh-CN" altLang="en-US"/>
        </a:p>
      </dgm:t>
    </dgm:pt>
    <dgm:pt modelId="{A40131E5-B109-D648-AEDF-783EB524CEB2}">
      <dgm:prSet phldrT="[文本]"/>
      <dgm:spPr/>
      <dgm:t>
        <a:bodyPr/>
        <a:lstStyle/>
        <a:p>
          <a:r>
            <a:rPr lang="zh-CN" altLang="en-US" dirty="0" smtClean="0"/>
            <a:t>加密</a:t>
          </a:r>
          <a:endParaRPr lang="zh-CN" altLang="en-US" dirty="0"/>
        </a:p>
      </dgm:t>
    </dgm:pt>
    <dgm:pt modelId="{6CC8F17B-F55D-4D45-9B16-E4BBD4E13D27}" type="parTrans" cxnId="{4621D0E0-F739-2642-A0C6-36C2C1674FB8}">
      <dgm:prSet/>
      <dgm:spPr/>
      <dgm:t>
        <a:bodyPr/>
        <a:lstStyle/>
        <a:p>
          <a:endParaRPr lang="zh-CN" altLang="en-US"/>
        </a:p>
      </dgm:t>
    </dgm:pt>
    <dgm:pt modelId="{B06C7439-A32E-FF41-8524-ABA3696EFC52}" type="sibTrans" cxnId="{4621D0E0-F739-2642-A0C6-36C2C1674FB8}">
      <dgm:prSet/>
      <dgm:spPr/>
      <dgm:t>
        <a:bodyPr/>
        <a:lstStyle/>
        <a:p>
          <a:endParaRPr lang="zh-CN" altLang="en-US"/>
        </a:p>
      </dgm:t>
    </dgm:pt>
    <dgm:pt modelId="{A38D35E1-3D21-3349-BBD1-7D51BE2EBB03}">
      <dgm:prSet phldrT="[文本]" phldr="1"/>
      <dgm:spPr/>
      <dgm:t>
        <a:bodyPr/>
        <a:lstStyle/>
        <a:p>
          <a:endParaRPr lang="zh-CN" altLang="en-US"/>
        </a:p>
      </dgm:t>
    </dgm:pt>
    <dgm:pt modelId="{8EFE982A-2F4E-5D40-B45D-23673EF7E3AC}" type="parTrans" cxnId="{F82F3FBD-921F-B942-91B2-7DC95964BF74}">
      <dgm:prSet/>
      <dgm:spPr/>
      <dgm:t>
        <a:bodyPr/>
        <a:lstStyle/>
        <a:p>
          <a:endParaRPr lang="zh-CN" altLang="en-US"/>
        </a:p>
      </dgm:t>
    </dgm:pt>
    <dgm:pt modelId="{208EBC52-49CB-4246-8DB1-9A0DB583D347}" type="sibTrans" cxnId="{F82F3FBD-921F-B942-91B2-7DC95964BF74}">
      <dgm:prSet/>
      <dgm:spPr/>
      <dgm:t>
        <a:bodyPr/>
        <a:lstStyle/>
        <a:p>
          <a:endParaRPr lang="zh-CN" altLang="en-US"/>
        </a:p>
      </dgm:t>
    </dgm:pt>
    <dgm:pt modelId="{7470B09E-342B-D64C-AD6C-192DFF19F3DE}" type="pres">
      <dgm:prSet presAssocID="{6DEA0C41-6A75-D049-A885-E8E3041E6D52}" presName="Name0" presStyleCnt="0">
        <dgm:presLayoutVars>
          <dgm:chMax/>
          <dgm:chPref/>
          <dgm:dir/>
          <dgm:animLvl val="lvl"/>
        </dgm:presLayoutVars>
      </dgm:prSet>
      <dgm:spPr/>
    </dgm:pt>
    <dgm:pt modelId="{FDBADFF6-9950-1A43-9A86-24300EE28B1E}" type="pres">
      <dgm:prSet presAssocID="{28D1BA38-09E4-634B-A00A-5D51B6161E2C}" presName="composite" presStyleCnt="0"/>
      <dgm:spPr/>
    </dgm:pt>
    <dgm:pt modelId="{361B7D57-88FE-C449-AA40-2B6A8F55F24E}" type="pres">
      <dgm:prSet presAssocID="{28D1BA38-09E4-634B-A00A-5D51B6161E2C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98B3958-B2A4-B442-9EDA-B5DF798A9C00}" type="pres">
      <dgm:prSet presAssocID="{28D1BA38-09E4-634B-A00A-5D51B6161E2C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D964AE00-C34B-F141-B391-A2B904F4E29C}" type="pres">
      <dgm:prSet presAssocID="{28D1BA38-09E4-634B-A00A-5D51B6161E2C}" presName="BalanceSpacing" presStyleCnt="0"/>
      <dgm:spPr/>
    </dgm:pt>
    <dgm:pt modelId="{ABCDF2E3-0697-FB42-AF24-D18A5571FCD1}" type="pres">
      <dgm:prSet presAssocID="{28D1BA38-09E4-634B-A00A-5D51B6161E2C}" presName="BalanceSpacing1" presStyleCnt="0"/>
      <dgm:spPr/>
    </dgm:pt>
    <dgm:pt modelId="{4335B285-4C27-004F-B8FA-3BE04841A833}" type="pres">
      <dgm:prSet presAssocID="{8A31441D-2980-F043-A3CD-41182EA4110F}" presName="Accent1Text" presStyleLbl="node1" presStyleIdx="1" presStyleCnt="6"/>
      <dgm:spPr/>
    </dgm:pt>
    <dgm:pt modelId="{9DA354EC-CC42-B143-B2AF-6368E2ABEE78}" type="pres">
      <dgm:prSet presAssocID="{8A31441D-2980-F043-A3CD-41182EA4110F}" presName="spaceBetweenRectangles" presStyleCnt="0"/>
      <dgm:spPr/>
    </dgm:pt>
    <dgm:pt modelId="{4D71A82E-9AB4-294A-815A-694A2A5E36A4}" type="pres">
      <dgm:prSet presAssocID="{C9F69CF8-3640-314A-83CC-B6A5A9FE0AEE}" presName="composite" presStyleCnt="0"/>
      <dgm:spPr/>
    </dgm:pt>
    <dgm:pt modelId="{78E62371-A158-4C46-B6B7-CD2F23E639CC}" type="pres">
      <dgm:prSet presAssocID="{C9F69CF8-3640-314A-83CC-B6A5A9FE0AEE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2071C65-8D27-4547-85FD-0254409D091F}" type="pres">
      <dgm:prSet presAssocID="{C9F69CF8-3640-314A-83CC-B6A5A9FE0AEE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C09001D6-3C40-0443-B0E7-52BBA39CD8ED}" type="pres">
      <dgm:prSet presAssocID="{C9F69CF8-3640-314A-83CC-B6A5A9FE0AEE}" presName="BalanceSpacing" presStyleCnt="0"/>
      <dgm:spPr/>
    </dgm:pt>
    <dgm:pt modelId="{35DA365E-0662-5D46-B9B5-513CCCBEC576}" type="pres">
      <dgm:prSet presAssocID="{C9F69CF8-3640-314A-83CC-B6A5A9FE0AEE}" presName="BalanceSpacing1" presStyleCnt="0"/>
      <dgm:spPr/>
    </dgm:pt>
    <dgm:pt modelId="{1898EEF6-0E85-8640-9EAB-B0F995D2EDA8}" type="pres">
      <dgm:prSet presAssocID="{1B7E50C8-9FBE-D14F-87C2-56A41D462163}" presName="Accent1Text" presStyleLbl="node1" presStyleIdx="3" presStyleCnt="6"/>
      <dgm:spPr/>
    </dgm:pt>
    <dgm:pt modelId="{B9A19FEF-4B5C-4749-A506-1FDFC67BEF75}" type="pres">
      <dgm:prSet presAssocID="{1B7E50C8-9FBE-D14F-87C2-56A41D462163}" presName="spaceBetweenRectangles" presStyleCnt="0"/>
      <dgm:spPr/>
    </dgm:pt>
    <dgm:pt modelId="{03B6E96E-A878-AB4E-B110-38E72F2C6007}" type="pres">
      <dgm:prSet presAssocID="{A40131E5-B109-D648-AEDF-783EB524CEB2}" presName="composite" presStyleCnt="0"/>
      <dgm:spPr/>
    </dgm:pt>
    <dgm:pt modelId="{459BD974-6AC4-E74F-BB20-8D6AEC47195F}" type="pres">
      <dgm:prSet presAssocID="{A40131E5-B109-D648-AEDF-783EB524CEB2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040DE13F-3DD8-3845-A363-B07B2C28B6D7}" type="pres">
      <dgm:prSet presAssocID="{A40131E5-B109-D648-AEDF-783EB524CEB2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FC367161-9B58-664B-A5FE-7D857F160014}" type="pres">
      <dgm:prSet presAssocID="{A40131E5-B109-D648-AEDF-783EB524CEB2}" presName="BalanceSpacing" presStyleCnt="0"/>
      <dgm:spPr/>
    </dgm:pt>
    <dgm:pt modelId="{53D9E2F5-146B-B14C-8B26-60009E7388A5}" type="pres">
      <dgm:prSet presAssocID="{A40131E5-B109-D648-AEDF-783EB524CEB2}" presName="BalanceSpacing1" presStyleCnt="0"/>
      <dgm:spPr/>
    </dgm:pt>
    <dgm:pt modelId="{DFD2DA3C-B107-7942-8A9D-355A6BA58DF4}" type="pres">
      <dgm:prSet presAssocID="{B06C7439-A32E-FF41-8524-ABA3696EFC52}" presName="Accent1Text" presStyleLbl="node1" presStyleIdx="5" presStyleCnt="6"/>
      <dgm:spPr/>
    </dgm:pt>
  </dgm:ptLst>
  <dgm:cxnLst>
    <dgm:cxn modelId="{EEAA1A7B-805E-6246-B9E5-90D778EFF9CB}" type="presOf" srcId="{28D1BA38-09E4-634B-A00A-5D51B6161E2C}" destId="{361B7D57-88FE-C449-AA40-2B6A8F55F24E}" srcOrd="0" destOrd="0" presId="urn:microsoft.com/office/officeart/2008/layout/AlternatingHexagons"/>
    <dgm:cxn modelId="{8DC4F93B-A8DD-F44B-987F-05D77B93E52D}" srcId="{28D1BA38-09E4-634B-A00A-5D51B6161E2C}" destId="{B44EFB11-04AE-9644-8D03-67B32CA62F89}" srcOrd="0" destOrd="0" parTransId="{C30E64CC-71DE-D541-81E6-AD166EA5F687}" sibTransId="{567888DF-8B88-584D-9AC0-1F46D8F0C86F}"/>
    <dgm:cxn modelId="{762F64E6-0DB4-3749-A502-65AE2B7A9272}" type="presOf" srcId="{8A31441D-2980-F043-A3CD-41182EA4110F}" destId="{4335B285-4C27-004F-B8FA-3BE04841A833}" srcOrd="0" destOrd="0" presId="urn:microsoft.com/office/officeart/2008/layout/AlternatingHexagons"/>
    <dgm:cxn modelId="{DF58E33C-DFB1-DD46-AF9E-D8503C6BAE56}" type="presOf" srcId="{B44EFB11-04AE-9644-8D03-67B32CA62F89}" destId="{398B3958-B2A4-B442-9EDA-B5DF798A9C00}" srcOrd="0" destOrd="0" presId="urn:microsoft.com/office/officeart/2008/layout/AlternatingHexagons"/>
    <dgm:cxn modelId="{0FD0927D-DA04-2D41-B8B6-9D4E3D34C635}" srcId="{6DEA0C41-6A75-D049-A885-E8E3041E6D52}" destId="{28D1BA38-09E4-634B-A00A-5D51B6161E2C}" srcOrd="0" destOrd="0" parTransId="{6C0575C0-7D7A-0A4E-A608-730EEB22FD4A}" sibTransId="{8A31441D-2980-F043-A3CD-41182EA4110F}"/>
    <dgm:cxn modelId="{A95713D8-DC8B-1E49-BCDA-A86BA609427B}" srcId="{C9F69CF8-3640-314A-83CC-B6A5A9FE0AEE}" destId="{54AE7668-4E9F-2B45-82D6-056C1806B46E}" srcOrd="0" destOrd="0" parTransId="{443808FD-0E50-C241-A048-5F4762438994}" sibTransId="{1BBFA9BB-F06B-0C4A-AC9B-748E23436DA8}"/>
    <dgm:cxn modelId="{F82F3FBD-921F-B942-91B2-7DC95964BF74}" srcId="{A40131E5-B109-D648-AEDF-783EB524CEB2}" destId="{A38D35E1-3D21-3349-BBD1-7D51BE2EBB03}" srcOrd="0" destOrd="0" parTransId="{8EFE982A-2F4E-5D40-B45D-23673EF7E3AC}" sibTransId="{208EBC52-49CB-4246-8DB1-9A0DB583D347}"/>
    <dgm:cxn modelId="{A293A5D0-9205-D941-8E1B-1B444F382F94}" type="presOf" srcId="{54AE7668-4E9F-2B45-82D6-056C1806B46E}" destId="{D2071C65-8D27-4547-85FD-0254409D091F}" srcOrd="0" destOrd="0" presId="urn:microsoft.com/office/officeart/2008/layout/AlternatingHexagons"/>
    <dgm:cxn modelId="{A740C972-6BDA-2245-A8A2-C43B1C147B4B}" type="presOf" srcId="{1B7E50C8-9FBE-D14F-87C2-56A41D462163}" destId="{1898EEF6-0E85-8640-9EAB-B0F995D2EDA8}" srcOrd="0" destOrd="0" presId="urn:microsoft.com/office/officeart/2008/layout/AlternatingHexagons"/>
    <dgm:cxn modelId="{A84E33DB-9631-6046-AC79-A3E41253D18C}" type="presOf" srcId="{C9F69CF8-3640-314A-83CC-B6A5A9FE0AEE}" destId="{78E62371-A158-4C46-B6B7-CD2F23E639CC}" srcOrd="0" destOrd="0" presId="urn:microsoft.com/office/officeart/2008/layout/AlternatingHexagons"/>
    <dgm:cxn modelId="{AC46DB69-80A4-854F-8C38-561E92E5C952}" type="presOf" srcId="{B06C7439-A32E-FF41-8524-ABA3696EFC52}" destId="{DFD2DA3C-B107-7942-8A9D-355A6BA58DF4}" srcOrd="0" destOrd="0" presId="urn:microsoft.com/office/officeart/2008/layout/AlternatingHexagons"/>
    <dgm:cxn modelId="{9DC64F0A-24DC-9F41-BE75-052F983CBAFB}" type="presOf" srcId="{A38D35E1-3D21-3349-BBD1-7D51BE2EBB03}" destId="{040DE13F-3DD8-3845-A363-B07B2C28B6D7}" srcOrd="0" destOrd="0" presId="urn:microsoft.com/office/officeart/2008/layout/AlternatingHexagons"/>
    <dgm:cxn modelId="{C9BE0255-5137-EB4B-B693-C60F5ECCEDA5}" type="presOf" srcId="{A40131E5-B109-D648-AEDF-783EB524CEB2}" destId="{459BD974-6AC4-E74F-BB20-8D6AEC47195F}" srcOrd="0" destOrd="0" presId="urn:microsoft.com/office/officeart/2008/layout/AlternatingHexagons"/>
    <dgm:cxn modelId="{1979BE4C-ABB8-D645-B630-261FA2BC393C}" type="presOf" srcId="{6DEA0C41-6A75-D049-A885-E8E3041E6D52}" destId="{7470B09E-342B-D64C-AD6C-192DFF19F3DE}" srcOrd="0" destOrd="0" presId="urn:microsoft.com/office/officeart/2008/layout/AlternatingHexagons"/>
    <dgm:cxn modelId="{4621D0E0-F739-2642-A0C6-36C2C1674FB8}" srcId="{6DEA0C41-6A75-D049-A885-E8E3041E6D52}" destId="{A40131E5-B109-D648-AEDF-783EB524CEB2}" srcOrd="2" destOrd="0" parTransId="{6CC8F17B-F55D-4D45-9B16-E4BBD4E13D27}" sibTransId="{B06C7439-A32E-FF41-8524-ABA3696EFC52}"/>
    <dgm:cxn modelId="{41C33E01-631C-8941-A139-7078AB7685A9}" srcId="{6DEA0C41-6A75-D049-A885-E8E3041E6D52}" destId="{C9F69CF8-3640-314A-83CC-B6A5A9FE0AEE}" srcOrd="1" destOrd="0" parTransId="{BB7C044F-8502-184B-B3F8-01068FD825CE}" sibTransId="{1B7E50C8-9FBE-D14F-87C2-56A41D462163}"/>
    <dgm:cxn modelId="{2B67780B-CFC7-D442-B811-C333D4267C6A}" type="presParOf" srcId="{7470B09E-342B-D64C-AD6C-192DFF19F3DE}" destId="{FDBADFF6-9950-1A43-9A86-24300EE28B1E}" srcOrd="0" destOrd="0" presId="urn:microsoft.com/office/officeart/2008/layout/AlternatingHexagons"/>
    <dgm:cxn modelId="{05FFB713-238D-6C4B-A439-D4CC710B2273}" type="presParOf" srcId="{FDBADFF6-9950-1A43-9A86-24300EE28B1E}" destId="{361B7D57-88FE-C449-AA40-2B6A8F55F24E}" srcOrd="0" destOrd="0" presId="urn:microsoft.com/office/officeart/2008/layout/AlternatingHexagons"/>
    <dgm:cxn modelId="{7A4229DC-3F33-C349-936F-C082CCA89F1D}" type="presParOf" srcId="{FDBADFF6-9950-1A43-9A86-24300EE28B1E}" destId="{398B3958-B2A4-B442-9EDA-B5DF798A9C00}" srcOrd="1" destOrd="0" presId="urn:microsoft.com/office/officeart/2008/layout/AlternatingHexagons"/>
    <dgm:cxn modelId="{F3381571-4195-114D-8F13-8D9601271AE6}" type="presParOf" srcId="{FDBADFF6-9950-1A43-9A86-24300EE28B1E}" destId="{D964AE00-C34B-F141-B391-A2B904F4E29C}" srcOrd="2" destOrd="0" presId="urn:microsoft.com/office/officeart/2008/layout/AlternatingHexagons"/>
    <dgm:cxn modelId="{6D9DDFFB-9B2F-1F47-9D71-E916AD913ED7}" type="presParOf" srcId="{FDBADFF6-9950-1A43-9A86-24300EE28B1E}" destId="{ABCDF2E3-0697-FB42-AF24-D18A5571FCD1}" srcOrd="3" destOrd="0" presId="urn:microsoft.com/office/officeart/2008/layout/AlternatingHexagons"/>
    <dgm:cxn modelId="{AB5C8927-8E48-DB45-8644-599B418837C2}" type="presParOf" srcId="{FDBADFF6-9950-1A43-9A86-24300EE28B1E}" destId="{4335B285-4C27-004F-B8FA-3BE04841A833}" srcOrd="4" destOrd="0" presId="urn:microsoft.com/office/officeart/2008/layout/AlternatingHexagons"/>
    <dgm:cxn modelId="{8F0A07A8-56CA-1945-829C-157DF43A0174}" type="presParOf" srcId="{7470B09E-342B-D64C-AD6C-192DFF19F3DE}" destId="{9DA354EC-CC42-B143-B2AF-6368E2ABEE78}" srcOrd="1" destOrd="0" presId="urn:microsoft.com/office/officeart/2008/layout/AlternatingHexagons"/>
    <dgm:cxn modelId="{1E1CCC64-AE9E-3F40-869E-79ABEA2DCF6C}" type="presParOf" srcId="{7470B09E-342B-D64C-AD6C-192DFF19F3DE}" destId="{4D71A82E-9AB4-294A-815A-694A2A5E36A4}" srcOrd="2" destOrd="0" presId="urn:microsoft.com/office/officeart/2008/layout/AlternatingHexagons"/>
    <dgm:cxn modelId="{B9902B34-59B0-274E-AE4F-B9BDE6BD2075}" type="presParOf" srcId="{4D71A82E-9AB4-294A-815A-694A2A5E36A4}" destId="{78E62371-A158-4C46-B6B7-CD2F23E639CC}" srcOrd="0" destOrd="0" presId="urn:microsoft.com/office/officeart/2008/layout/AlternatingHexagons"/>
    <dgm:cxn modelId="{87C495F7-C068-DF4E-8D24-06A8B285E01C}" type="presParOf" srcId="{4D71A82E-9AB4-294A-815A-694A2A5E36A4}" destId="{D2071C65-8D27-4547-85FD-0254409D091F}" srcOrd="1" destOrd="0" presId="urn:microsoft.com/office/officeart/2008/layout/AlternatingHexagons"/>
    <dgm:cxn modelId="{29FC8951-DCD5-7D4B-8D35-2B53FFD1C0A9}" type="presParOf" srcId="{4D71A82E-9AB4-294A-815A-694A2A5E36A4}" destId="{C09001D6-3C40-0443-B0E7-52BBA39CD8ED}" srcOrd="2" destOrd="0" presId="urn:microsoft.com/office/officeart/2008/layout/AlternatingHexagons"/>
    <dgm:cxn modelId="{B1A89099-B85B-1C41-A866-A4F6DB4D99E9}" type="presParOf" srcId="{4D71A82E-9AB4-294A-815A-694A2A5E36A4}" destId="{35DA365E-0662-5D46-B9B5-513CCCBEC576}" srcOrd="3" destOrd="0" presId="urn:microsoft.com/office/officeart/2008/layout/AlternatingHexagons"/>
    <dgm:cxn modelId="{DCE5EC2B-0BEF-5C48-9EE1-FB1E0A5A28ED}" type="presParOf" srcId="{4D71A82E-9AB4-294A-815A-694A2A5E36A4}" destId="{1898EEF6-0E85-8640-9EAB-B0F995D2EDA8}" srcOrd="4" destOrd="0" presId="urn:microsoft.com/office/officeart/2008/layout/AlternatingHexagons"/>
    <dgm:cxn modelId="{17AA2D39-C9F5-D64A-95FD-1DC14CAE98FF}" type="presParOf" srcId="{7470B09E-342B-D64C-AD6C-192DFF19F3DE}" destId="{B9A19FEF-4B5C-4749-A506-1FDFC67BEF75}" srcOrd="3" destOrd="0" presId="urn:microsoft.com/office/officeart/2008/layout/AlternatingHexagons"/>
    <dgm:cxn modelId="{E57FB5CE-CF5F-1B48-B3E8-1890034CE5AA}" type="presParOf" srcId="{7470B09E-342B-D64C-AD6C-192DFF19F3DE}" destId="{03B6E96E-A878-AB4E-B110-38E72F2C6007}" srcOrd="4" destOrd="0" presId="urn:microsoft.com/office/officeart/2008/layout/AlternatingHexagons"/>
    <dgm:cxn modelId="{48EBD229-9947-7741-9F39-D5DDE2EAAC03}" type="presParOf" srcId="{03B6E96E-A878-AB4E-B110-38E72F2C6007}" destId="{459BD974-6AC4-E74F-BB20-8D6AEC47195F}" srcOrd="0" destOrd="0" presId="urn:microsoft.com/office/officeart/2008/layout/AlternatingHexagons"/>
    <dgm:cxn modelId="{2F7B459A-63CB-A044-9B17-19C07E532D35}" type="presParOf" srcId="{03B6E96E-A878-AB4E-B110-38E72F2C6007}" destId="{040DE13F-3DD8-3845-A363-B07B2C28B6D7}" srcOrd="1" destOrd="0" presId="urn:microsoft.com/office/officeart/2008/layout/AlternatingHexagons"/>
    <dgm:cxn modelId="{EAC05ADD-FB99-7746-832C-A9C637E1D388}" type="presParOf" srcId="{03B6E96E-A878-AB4E-B110-38E72F2C6007}" destId="{FC367161-9B58-664B-A5FE-7D857F160014}" srcOrd="2" destOrd="0" presId="urn:microsoft.com/office/officeart/2008/layout/AlternatingHexagons"/>
    <dgm:cxn modelId="{9D9B6944-8BCF-D940-891B-9605827E3085}" type="presParOf" srcId="{03B6E96E-A878-AB4E-B110-38E72F2C6007}" destId="{53D9E2F5-146B-B14C-8B26-60009E7388A5}" srcOrd="3" destOrd="0" presId="urn:microsoft.com/office/officeart/2008/layout/AlternatingHexagons"/>
    <dgm:cxn modelId="{AD032D73-4F32-1A4D-9FF3-76982096E60D}" type="presParOf" srcId="{03B6E96E-A878-AB4E-B110-38E72F2C6007}" destId="{DFD2DA3C-B107-7942-8A9D-355A6BA58DF4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1B7D57-88FE-C449-AA40-2B6A8F55F24E}">
      <dsp:nvSpPr>
        <dsp:cNvPr id="0" name=""/>
        <dsp:cNvSpPr/>
      </dsp:nvSpPr>
      <dsp:spPr>
        <a:xfrm rot="5400000">
          <a:off x="4690618" y="88907"/>
          <a:ext cx="1352175" cy="1176393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跨域共享</a:t>
          </a:r>
          <a:endParaRPr lang="zh-CN" altLang="en-US" sz="2400" kern="1200" dirty="0"/>
        </a:p>
      </dsp:txBody>
      <dsp:txXfrm rot="-5400000">
        <a:off x="4961830" y="211730"/>
        <a:ext cx="809751" cy="930747"/>
      </dsp:txXfrm>
    </dsp:sp>
    <dsp:sp modelId="{398B3958-B2A4-B442-9EDA-B5DF798A9C00}">
      <dsp:nvSpPr>
        <dsp:cNvPr id="0" name=""/>
        <dsp:cNvSpPr/>
      </dsp:nvSpPr>
      <dsp:spPr>
        <a:xfrm>
          <a:off x="5990600" y="271451"/>
          <a:ext cx="1509028" cy="811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400" kern="1200" dirty="0"/>
        </a:p>
      </dsp:txBody>
      <dsp:txXfrm>
        <a:off x="5990600" y="271451"/>
        <a:ext cx="1509028" cy="811305"/>
      </dsp:txXfrm>
    </dsp:sp>
    <dsp:sp modelId="{4335B285-4C27-004F-B8FA-3BE04841A833}">
      <dsp:nvSpPr>
        <dsp:cNvPr id="0" name=""/>
        <dsp:cNvSpPr/>
      </dsp:nvSpPr>
      <dsp:spPr>
        <a:xfrm rot="5400000">
          <a:off x="3420114" y="88907"/>
          <a:ext cx="1352175" cy="1176393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kern="1200" dirty="0" smtClean="0"/>
            <a:t>cookie</a:t>
          </a:r>
          <a:endParaRPr lang="zh-CN" altLang="en-US" sz="2400" kern="1200" dirty="0"/>
        </a:p>
      </dsp:txBody>
      <dsp:txXfrm rot="-5400000">
        <a:off x="3691326" y="211730"/>
        <a:ext cx="809751" cy="930747"/>
      </dsp:txXfrm>
    </dsp:sp>
    <dsp:sp modelId="{78E62371-A158-4C46-B6B7-CD2F23E639CC}">
      <dsp:nvSpPr>
        <dsp:cNvPr id="0" name=""/>
        <dsp:cNvSpPr/>
      </dsp:nvSpPr>
      <dsp:spPr>
        <a:xfrm rot="5400000">
          <a:off x="4052932" y="1236634"/>
          <a:ext cx="1352175" cy="1176393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400" kern="1200" dirty="0" smtClean="0"/>
            <a:t>JWT</a:t>
          </a:r>
          <a:endParaRPr lang="zh-CN" altLang="en-US" sz="2400" kern="1200" dirty="0"/>
        </a:p>
      </dsp:txBody>
      <dsp:txXfrm rot="-5400000">
        <a:off x="4324144" y="1359457"/>
        <a:ext cx="809751" cy="930747"/>
      </dsp:txXfrm>
    </dsp:sp>
    <dsp:sp modelId="{D2071C65-8D27-4547-85FD-0254409D091F}">
      <dsp:nvSpPr>
        <dsp:cNvPr id="0" name=""/>
        <dsp:cNvSpPr/>
      </dsp:nvSpPr>
      <dsp:spPr>
        <a:xfrm>
          <a:off x="2631795" y="1419178"/>
          <a:ext cx="1460349" cy="811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400" kern="1200"/>
        </a:p>
      </dsp:txBody>
      <dsp:txXfrm>
        <a:off x="2631795" y="1419178"/>
        <a:ext cx="1460349" cy="811305"/>
      </dsp:txXfrm>
    </dsp:sp>
    <dsp:sp modelId="{1898EEF6-0E85-8640-9EAB-B0F995D2EDA8}">
      <dsp:nvSpPr>
        <dsp:cNvPr id="0" name=""/>
        <dsp:cNvSpPr/>
      </dsp:nvSpPr>
      <dsp:spPr>
        <a:xfrm rot="5400000">
          <a:off x="5323437" y="1236634"/>
          <a:ext cx="1352175" cy="1176393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2100" kern="1200" dirty="0" smtClean="0"/>
            <a:t>session</a:t>
          </a:r>
          <a:endParaRPr lang="zh-CN" altLang="en-US" sz="2100" kern="1200" dirty="0"/>
        </a:p>
      </dsp:txBody>
      <dsp:txXfrm rot="-5400000">
        <a:off x="5594649" y="1359457"/>
        <a:ext cx="809751" cy="930747"/>
      </dsp:txXfrm>
    </dsp:sp>
    <dsp:sp modelId="{459BD974-6AC4-E74F-BB20-8D6AEC47195F}">
      <dsp:nvSpPr>
        <dsp:cNvPr id="0" name=""/>
        <dsp:cNvSpPr/>
      </dsp:nvSpPr>
      <dsp:spPr>
        <a:xfrm rot="5400000">
          <a:off x="4690618" y="2384361"/>
          <a:ext cx="1352175" cy="1176393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400" kern="1200" dirty="0" smtClean="0"/>
            <a:t>加密</a:t>
          </a:r>
          <a:endParaRPr lang="zh-CN" altLang="en-US" sz="2400" kern="1200" dirty="0"/>
        </a:p>
      </dsp:txBody>
      <dsp:txXfrm rot="-5400000">
        <a:off x="4961830" y="2507184"/>
        <a:ext cx="809751" cy="930747"/>
      </dsp:txXfrm>
    </dsp:sp>
    <dsp:sp modelId="{040DE13F-3DD8-3845-A363-B07B2C28B6D7}">
      <dsp:nvSpPr>
        <dsp:cNvPr id="0" name=""/>
        <dsp:cNvSpPr/>
      </dsp:nvSpPr>
      <dsp:spPr>
        <a:xfrm>
          <a:off x="5990600" y="2566905"/>
          <a:ext cx="1509028" cy="8113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2400" kern="1200"/>
        </a:p>
      </dsp:txBody>
      <dsp:txXfrm>
        <a:off x="5990600" y="2566905"/>
        <a:ext cx="1509028" cy="811305"/>
      </dsp:txXfrm>
    </dsp:sp>
    <dsp:sp modelId="{DFD2DA3C-B107-7942-8A9D-355A6BA58DF4}">
      <dsp:nvSpPr>
        <dsp:cNvPr id="0" name=""/>
        <dsp:cNvSpPr/>
      </dsp:nvSpPr>
      <dsp:spPr>
        <a:xfrm rot="5400000">
          <a:off x="3420114" y="2384361"/>
          <a:ext cx="1352175" cy="1176393"/>
        </a:xfrm>
        <a:prstGeom prst="hexagon">
          <a:avLst>
            <a:gd name="adj" fmla="val 25000"/>
            <a:gd name="vf" fmla="val 11547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8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8000"/>
                <a:lumMod val="88000"/>
              </a:schemeClr>
            </a:gs>
          </a:gsLst>
          <a:lin ang="5400000" scaled="1"/>
        </a:gradFill>
        <a:ln>
          <a:noFill/>
        </a:ln>
        <a:effectLst>
          <a:outerShdw blurRad="50800" dist="381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3600" kern="1200"/>
        </a:p>
      </dsp:txBody>
      <dsp:txXfrm rot="-5400000">
        <a:off x="3691326" y="2507184"/>
        <a:ext cx="809751" cy="93074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10/27/17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10/27/17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10/27/17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://a.zz.com/?token=g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056468" y="1964266"/>
            <a:ext cx="8103658" cy="2421465"/>
          </a:xfrm>
        </p:spPr>
        <p:txBody>
          <a:bodyPr/>
          <a:lstStyle/>
          <a:p>
            <a:r>
              <a:rPr kumimoji="1" lang="en-US" altLang="zh-CN" b="1" dirty="0" smtClean="0">
                <a:latin typeface="Hiragino Sans GB W6" charset="-122"/>
                <a:ea typeface="Hiragino Sans GB W6" charset="-122"/>
                <a:cs typeface="Hiragino Sans GB W6" charset="-122"/>
              </a:rPr>
              <a:t>CAS</a:t>
            </a:r>
            <a:r>
              <a:rPr kumimoji="1" lang="zh-CN" altLang="en-US" b="1" dirty="0" smtClean="0">
                <a:latin typeface="Hiragino Sans GB W6" charset="-122"/>
                <a:ea typeface="Hiragino Sans GB W6" charset="-122"/>
                <a:cs typeface="Hiragino Sans GB W6" charset="-122"/>
              </a:rPr>
              <a:t> 中央权限认证系统简介</a:t>
            </a:r>
            <a:endParaRPr kumimoji="1" lang="zh-CN" altLang="en-US" b="1" dirty="0">
              <a:latin typeface="Hiragino Sans GB W6" charset="-122"/>
              <a:ea typeface="Hiragino Sans GB W6" charset="-122"/>
              <a:cs typeface="Hiragino Sans GB W6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962400" y="5139266"/>
            <a:ext cx="7197726" cy="1405467"/>
          </a:xfrm>
        </p:spPr>
        <p:txBody>
          <a:bodyPr>
            <a:normAutofit/>
          </a:bodyPr>
          <a:lstStyle/>
          <a:p>
            <a:r>
              <a:rPr kumimoji="1" lang="zh-CN" altLang="en-US" sz="2400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技术部：储奎</a:t>
            </a:r>
            <a:endParaRPr kumimoji="1" lang="zh-CN" altLang="en-US" sz="2400" dirty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86632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de-DE" altLang="zh-CN" dirty="0" smtClean="0"/>
              <a:t>Technologies</a:t>
            </a:r>
            <a:endParaRPr kumimoji="1" lang="zh-CN" altLang="en-US" dirty="0"/>
          </a:p>
        </p:txBody>
      </p:sp>
      <p:graphicFrame>
        <p:nvGraphicFramePr>
          <p:cNvPr id="6" name="内容占位符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1591"/>
              </p:ext>
            </p:extLst>
          </p:nvPr>
        </p:nvGraphicFramePr>
        <p:xfrm>
          <a:off x="685800" y="2141538"/>
          <a:ext cx="10131425" cy="3649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3530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kumimoji="1"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SSO</a:t>
            </a:r>
            <a:r>
              <a:rPr kumimoji="1"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（</a:t>
            </a:r>
            <a:r>
              <a:rPr kumimoji="1"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single</a:t>
            </a:r>
            <a:r>
              <a:rPr kumimoji="1"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 </a:t>
            </a:r>
            <a:r>
              <a:rPr kumimoji="1"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sign</a:t>
            </a:r>
            <a:r>
              <a:rPr kumimoji="1"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 </a:t>
            </a:r>
            <a:r>
              <a:rPr kumimoji="1" lang="en-US" altLang="zh-CN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on</a:t>
            </a:r>
            <a:r>
              <a:rPr kumimoji="1"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） 单点登录系统</a:t>
            </a:r>
            <a:endParaRPr kumimoji="1" lang="zh-CN" altLang="en-US" dirty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4" name="椭圆 3"/>
          <p:cNvSpPr/>
          <p:nvPr/>
        </p:nvSpPr>
        <p:spPr>
          <a:xfrm>
            <a:off x="4291681" y="2878221"/>
            <a:ext cx="1459832" cy="635000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a.zz.com</a:t>
            </a:r>
            <a:endParaRPr kumimoji="1"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1049154" y="4050276"/>
            <a:ext cx="1203158" cy="616016"/>
          </a:xfrm>
          <a:prstGeom prst="round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mtClean="0"/>
              <a:t>Browser</a:t>
            </a:r>
            <a:endParaRPr kumimoji="1" lang="zh-CN" altLang="en-US" dirty="0"/>
          </a:p>
        </p:txBody>
      </p:sp>
      <p:sp>
        <p:nvSpPr>
          <p:cNvPr id="7" name="剪去单圆角的矩形 6"/>
          <p:cNvSpPr/>
          <p:nvPr/>
        </p:nvSpPr>
        <p:spPr>
          <a:xfrm>
            <a:off x="8681987" y="3776802"/>
            <a:ext cx="1449614" cy="885524"/>
          </a:xfrm>
          <a:prstGeom prst="snipRound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sso.zz.com</a:t>
            </a:r>
            <a:endParaRPr kumimoji="1"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4291681" y="4027326"/>
            <a:ext cx="1459832" cy="635000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b</a:t>
            </a:r>
            <a:r>
              <a:rPr kumimoji="1" lang="en-US" altLang="zh-CN" dirty="0" err="1" smtClean="0"/>
              <a:t>.zz.com</a:t>
            </a:r>
            <a:endParaRPr kumimoji="1" lang="zh-CN" altLang="en-US" dirty="0"/>
          </a:p>
        </p:txBody>
      </p:sp>
      <p:sp>
        <p:nvSpPr>
          <p:cNvPr id="9" name="椭圆 8"/>
          <p:cNvSpPr/>
          <p:nvPr/>
        </p:nvSpPr>
        <p:spPr>
          <a:xfrm>
            <a:off x="4291681" y="5214932"/>
            <a:ext cx="1459832" cy="635000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/>
              <a:t>c</a:t>
            </a:r>
            <a:r>
              <a:rPr kumimoji="1" lang="en-US" altLang="zh-CN" dirty="0" err="1" smtClean="0"/>
              <a:t>.zz.com</a:t>
            </a:r>
            <a:endParaRPr kumimoji="1" lang="zh-CN" altLang="en-US" dirty="0"/>
          </a:p>
        </p:txBody>
      </p:sp>
      <p:cxnSp>
        <p:nvCxnSpPr>
          <p:cNvPr id="11" name="直线箭头连接符 10"/>
          <p:cNvCxnSpPr>
            <a:endCxn id="4" idx="2"/>
          </p:cNvCxnSpPr>
          <p:nvPr/>
        </p:nvCxnSpPr>
        <p:spPr>
          <a:xfrm flipV="1">
            <a:off x="2252312" y="3195721"/>
            <a:ext cx="2039369" cy="854555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线箭头连接符 12"/>
          <p:cNvCxnSpPr>
            <a:stCxn id="4" idx="6"/>
          </p:cNvCxnSpPr>
          <p:nvPr/>
        </p:nvCxnSpPr>
        <p:spPr>
          <a:xfrm>
            <a:off x="5751513" y="3195721"/>
            <a:ext cx="2930474" cy="581081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线箭头连接符 13"/>
          <p:cNvCxnSpPr>
            <a:endCxn id="8" idx="2"/>
          </p:cNvCxnSpPr>
          <p:nvPr/>
        </p:nvCxnSpPr>
        <p:spPr>
          <a:xfrm>
            <a:off x="2246315" y="4335068"/>
            <a:ext cx="2045366" cy="9758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线箭头连接符 15"/>
          <p:cNvCxnSpPr/>
          <p:nvPr/>
        </p:nvCxnSpPr>
        <p:spPr>
          <a:xfrm flipV="1">
            <a:off x="5741295" y="4358284"/>
            <a:ext cx="2940692" cy="9493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线箭头连接符 17"/>
          <p:cNvCxnSpPr>
            <a:endCxn id="9" idx="2"/>
          </p:cNvCxnSpPr>
          <p:nvPr/>
        </p:nvCxnSpPr>
        <p:spPr>
          <a:xfrm>
            <a:off x="2249313" y="4651679"/>
            <a:ext cx="2042368" cy="880753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线箭头连接符 19"/>
          <p:cNvCxnSpPr/>
          <p:nvPr/>
        </p:nvCxnSpPr>
        <p:spPr>
          <a:xfrm flipV="1">
            <a:off x="5754512" y="4658626"/>
            <a:ext cx="2927475" cy="894665"/>
          </a:xfrm>
          <a:prstGeom prst="straightConnector1">
            <a:avLst/>
          </a:prstGeom>
          <a:ln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剪去单圆角的矩形 21"/>
          <p:cNvSpPr/>
          <p:nvPr/>
        </p:nvSpPr>
        <p:spPr>
          <a:xfrm>
            <a:off x="8816792" y="2367426"/>
            <a:ext cx="1180004" cy="713180"/>
          </a:xfrm>
          <a:prstGeom prst="snipRound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seesionId</a:t>
            </a:r>
            <a:endParaRPr kumimoji="1" lang="zh-CN" altLang="en-US" dirty="0"/>
          </a:p>
        </p:txBody>
      </p:sp>
      <p:sp>
        <p:nvSpPr>
          <p:cNvPr id="25" name="剪去单角的矩形 24"/>
          <p:cNvSpPr/>
          <p:nvPr/>
        </p:nvSpPr>
        <p:spPr>
          <a:xfrm>
            <a:off x="10734829" y="2352882"/>
            <a:ext cx="1180004" cy="713180"/>
          </a:xfrm>
          <a:prstGeom prst="snip1Rect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err="1" smtClean="0"/>
              <a:t>mongoDB</a:t>
            </a:r>
            <a:endParaRPr kumimoji="1" lang="zh-CN" altLang="en-US" dirty="0"/>
          </a:p>
        </p:txBody>
      </p:sp>
      <p:sp>
        <p:nvSpPr>
          <p:cNvPr id="27" name="矩形 26"/>
          <p:cNvSpPr/>
          <p:nvPr/>
        </p:nvSpPr>
        <p:spPr>
          <a:xfrm>
            <a:off x="5753423" y="3988952"/>
            <a:ext cx="18242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 err="1"/>
              <a:t>seesionId</a:t>
            </a:r>
            <a:r>
              <a:rPr kumimoji="1" lang="en-US" altLang="zh-CN" dirty="0"/>
              <a:t>(cookie)</a:t>
            </a:r>
            <a:endParaRPr kumimoji="1" lang="zh-CN" altLang="en-US" dirty="0"/>
          </a:p>
          <a:p>
            <a:pPr algn="ctr"/>
            <a:endParaRPr kumimoji="1"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5770546" y="2945197"/>
            <a:ext cx="18242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 err="1" smtClean="0"/>
              <a:t>seesionId</a:t>
            </a:r>
            <a:r>
              <a:rPr kumimoji="1" lang="en-US" altLang="zh-CN" dirty="0" smtClean="0"/>
              <a:t>(cookie)</a:t>
            </a:r>
            <a:endParaRPr kumimoji="1"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5770545" y="4829393"/>
            <a:ext cx="182428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 err="1"/>
              <a:t>seesionId</a:t>
            </a:r>
            <a:r>
              <a:rPr kumimoji="1" lang="en-US" altLang="zh-CN" dirty="0"/>
              <a:t>(cookie)</a:t>
            </a:r>
            <a:endParaRPr kumimoji="1" lang="zh-CN" altLang="en-US" dirty="0"/>
          </a:p>
          <a:p>
            <a:pPr algn="ctr"/>
            <a:endParaRPr kumimoji="1" lang="zh-CN" altLang="en-US" dirty="0"/>
          </a:p>
        </p:txBody>
      </p:sp>
      <p:cxnSp>
        <p:nvCxnSpPr>
          <p:cNvPr id="34" name="直线箭头连接符 33"/>
          <p:cNvCxnSpPr>
            <a:stCxn id="22" idx="0"/>
            <a:endCxn id="25" idx="2"/>
          </p:cNvCxnSpPr>
          <p:nvPr/>
        </p:nvCxnSpPr>
        <p:spPr>
          <a:xfrm flipV="1">
            <a:off x="9996796" y="2709472"/>
            <a:ext cx="738033" cy="14544"/>
          </a:xfrm>
          <a:prstGeom prst="straightConnector1">
            <a:avLst/>
          </a:prstGeom>
          <a:ln>
            <a:solidFill>
              <a:srgbClr val="92D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线箭头连接符 37"/>
          <p:cNvCxnSpPr>
            <a:stCxn id="22" idx="1"/>
            <a:endCxn id="7" idx="3"/>
          </p:cNvCxnSpPr>
          <p:nvPr/>
        </p:nvCxnSpPr>
        <p:spPr>
          <a:xfrm>
            <a:off x="9406794" y="3080606"/>
            <a:ext cx="0" cy="696196"/>
          </a:xfrm>
          <a:prstGeom prst="straightConnector1">
            <a:avLst/>
          </a:prstGeom>
          <a:ln>
            <a:solidFill>
              <a:srgbClr val="92D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/>
          <p:cNvSpPr/>
          <p:nvPr/>
        </p:nvSpPr>
        <p:spPr>
          <a:xfrm>
            <a:off x="3953291" y="2102712"/>
            <a:ext cx="26482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kumimoji="1" lang="en-US" altLang="zh-CN" dirty="0" smtClean="0"/>
              <a:t>Cookie: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domain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>
                <a:sym typeface="Wingdings"/>
              </a:rPr>
              <a:t></a:t>
            </a:r>
            <a:r>
              <a:rPr kumimoji="1" lang="zh-CN" altLang="en-US" dirty="0" smtClean="0">
                <a:sym typeface="Wingdings"/>
              </a:rPr>
              <a:t> </a:t>
            </a:r>
            <a:r>
              <a:rPr kumimoji="1" lang="en-US" altLang="zh-CN" dirty="0" err="1" smtClean="0">
                <a:sym typeface="Wingdings"/>
              </a:rPr>
              <a:t>zz.com</a:t>
            </a:r>
            <a:endParaRPr kumimoji="1" lang="zh-CN" altLang="en-US" dirty="0"/>
          </a:p>
        </p:txBody>
      </p:sp>
      <p:sp>
        <p:nvSpPr>
          <p:cNvPr id="45" name="椭圆 44"/>
          <p:cNvSpPr/>
          <p:nvPr/>
        </p:nvSpPr>
        <p:spPr>
          <a:xfrm>
            <a:off x="404261" y="413886"/>
            <a:ext cx="924026" cy="924026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 smtClean="0">
                <a:latin typeface="Hiragino Sans GB W3" charset="-122"/>
                <a:ea typeface="Hiragino Sans GB W3" charset="-122"/>
                <a:cs typeface="Hiragino Sans GB W3" charset="-122"/>
              </a:rPr>
              <a:t>同域</a:t>
            </a:r>
            <a:endParaRPr kumimoji="1" lang="zh-CN" altLang="en-US" dirty="0">
              <a:latin typeface="Hiragino Sans GB W3" charset="-122"/>
              <a:ea typeface="Hiragino Sans GB W3" charset="-122"/>
              <a:cs typeface="Hiragino Sans GB W3" charset="-122"/>
            </a:endParaRPr>
          </a:p>
        </p:txBody>
      </p:sp>
      <p:sp>
        <p:nvSpPr>
          <p:cNvPr id="46" name="下箭头 45"/>
          <p:cNvSpPr/>
          <p:nvPr/>
        </p:nvSpPr>
        <p:spPr>
          <a:xfrm flipH="1">
            <a:off x="9296103" y="4689375"/>
            <a:ext cx="221381" cy="1051114"/>
          </a:xfrm>
          <a:prstGeom prst="downArrow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8471585" y="5844140"/>
            <a:ext cx="1870415" cy="7006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zh-CN" dirty="0" smtClean="0"/>
              <a:t>Ok:</a:t>
            </a:r>
            <a:r>
              <a:rPr kumimoji="1" lang="zh-CN" altLang="en-US" dirty="0" smtClean="0"/>
              <a:t>  </a:t>
            </a:r>
            <a:r>
              <a:rPr kumimoji="1" lang="en-US" altLang="zh-CN" dirty="0" smtClean="0"/>
              <a:t>return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token</a:t>
            </a:r>
          </a:p>
          <a:p>
            <a:r>
              <a:rPr kumimoji="1" lang="en-US" altLang="zh-CN" dirty="0" smtClean="0"/>
              <a:t>Fail: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refuse</a:t>
            </a:r>
          </a:p>
        </p:txBody>
      </p:sp>
    </p:spTree>
    <p:extLst>
      <p:ext uri="{BB962C8B-B14F-4D97-AF65-F5344CB8AC3E}">
        <p14:creationId xmlns:p14="http://schemas.microsoft.com/office/powerpoint/2010/main" val="7622931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 err="1" smtClean="0"/>
              <a:t>Cas</a:t>
            </a:r>
            <a:r>
              <a:rPr lang="en-US" altLang="zh-CN" dirty="0" smtClean="0"/>
              <a:t>(Central </a:t>
            </a:r>
            <a:r>
              <a:rPr lang="en-US" altLang="zh-CN" dirty="0"/>
              <a:t>Authentication Service</a:t>
            </a:r>
            <a:r>
              <a:rPr kumimoji="1" lang="en-US" altLang="zh-CN" dirty="0" smtClean="0"/>
              <a:t>)</a:t>
            </a:r>
            <a:endParaRPr kumimoji="1"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120698" y="5269339"/>
            <a:ext cx="1193532" cy="6833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Web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browser</a:t>
            </a:r>
            <a:endParaRPr kumimoji="1"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4847253" y="1998536"/>
            <a:ext cx="1193532" cy="6833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CAS</a:t>
            </a:r>
            <a:endParaRPr kumimoji="1" lang="zh-CN" altLang="en-US" dirty="0"/>
          </a:p>
        </p:txBody>
      </p:sp>
      <p:cxnSp>
        <p:nvCxnSpPr>
          <p:cNvPr id="8" name="直线箭头连接符 7"/>
          <p:cNvCxnSpPr>
            <a:endCxn id="6" idx="1"/>
          </p:cNvCxnSpPr>
          <p:nvPr/>
        </p:nvCxnSpPr>
        <p:spPr>
          <a:xfrm flipV="1">
            <a:off x="1646104" y="2340233"/>
            <a:ext cx="3201149" cy="29220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 rot="19103126">
            <a:off x="2139943" y="3236920"/>
            <a:ext cx="18117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/>
              <a:t>1.http://</a:t>
            </a:r>
            <a:r>
              <a:rPr kumimoji="1" lang="en-US" altLang="zh-CN" dirty="0" err="1" smtClean="0"/>
              <a:t>a.zz.com</a:t>
            </a:r>
            <a:endParaRPr kumimoji="1"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8999245" y="5269339"/>
            <a:ext cx="1193532" cy="6833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 smtClean="0"/>
              <a:t>SSO</a:t>
            </a:r>
            <a:endParaRPr kumimoji="1" lang="zh-CN" altLang="en-US" dirty="0"/>
          </a:p>
        </p:txBody>
      </p:sp>
      <p:cxnSp>
        <p:nvCxnSpPr>
          <p:cNvPr id="12" name="直线箭头连接符 11"/>
          <p:cNvCxnSpPr>
            <a:stCxn id="6" idx="3"/>
            <a:endCxn id="10" idx="0"/>
          </p:cNvCxnSpPr>
          <p:nvPr/>
        </p:nvCxnSpPr>
        <p:spPr>
          <a:xfrm>
            <a:off x="6040785" y="2340233"/>
            <a:ext cx="3555226" cy="2929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/>
          <p:cNvSpPr txBox="1"/>
          <p:nvPr/>
        </p:nvSpPr>
        <p:spPr>
          <a:xfrm rot="2394654">
            <a:off x="6412891" y="3194961"/>
            <a:ext cx="3621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/>
              <a:t>2.Redirect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to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http://</a:t>
            </a:r>
            <a:r>
              <a:rPr kumimoji="1" lang="en-US" altLang="zh-CN" dirty="0" err="1" smtClean="0"/>
              <a:t>sso.zz.com</a:t>
            </a:r>
            <a:r>
              <a:rPr kumimoji="1" lang="en-US" altLang="zh-CN" dirty="0" smtClean="0"/>
              <a:t>/login</a:t>
            </a:r>
            <a:endParaRPr kumimoji="1" lang="zh-CN" altLang="en-US" dirty="0"/>
          </a:p>
        </p:txBody>
      </p:sp>
      <p:sp>
        <p:nvSpPr>
          <p:cNvPr id="19" name="文本框 18"/>
          <p:cNvSpPr txBox="1"/>
          <p:nvPr/>
        </p:nvSpPr>
        <p:spPr>
          <a:xfrm>
            <a:off x="3758898" y="5721288"/>
            <a:ext cx="3116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>
                <a:hlinkClick r:id="rId2"/>
              </a:rPr>
              <a:t>3.http://a.zz.com/?token=</a:t>
            </a:r>
            <a:r>
              <a:rPr kumimoji="1" lang="en-US" altLang="zh-CN" dirty="0" err="1" smtClean="0"/>
              <a:t>dfsdf</a:t>
            </a:r>
            <a:endParaRPr kumimoji="1" lang="zh-CN" altLang="en-US" dirty="0"/>
          </a:p>
        </p:txBody>
      </p:sp>
      <p:cxnSp>
        <p:nvCxnSpPr>
          <p:cNvPr id="27" name="曲线连接符 26"/>
          <p:cNvCxnSpPr>
            <a:stCxn id="10" idx="2"/>
            <a:endCxn id="5" idx="2"/>
          </p:cNvCxnSpPr>
          <p:nvPr/>
        </p:nvCxnSpPr>
        <p:spPr>
          <a:xfrm rot="5400000">
            <a:off x="5656738" y="2013460"/>
            <a:ext cx="12700" cy="7878547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线箭头连接符 28"/>
          <p:cNvCxnSpPr/>
          <p:nvPr/>
        </p:nvCxnSpPr>
        <p:spPr>
          <a:xfrm flipH="1">
            <a:off x="1959804" y="2655725"/>
            <a:ext cx="2866477" cy="26136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 rot="19082958">
            <a:off x="1023021" y="3487835"/>
            <a:ext cx="4289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>
                <a:hlinkClick r:id="rId2"/>
              </a:rPr>
              <a:t>3.</a:t>
            </a:r>
            <a:r>
              <a:rPr kumimoji="1" lang="en-US" altLang="zh-CN" dirty="0"/>
              <a:t> </a:t>
            </a:r>
            <a:r>
              <a:rPr kumimoji="1" lang="en-US" altLang="zh-CN" dirty="0" err="1"/>
              <a:t>auth</a:t>
            </a:r>
            <a:r>
              <a:rPr kumimoji="1" lang="zh-CN" altLang="en-US" dirty="0"/>
              <a:t> </a:t>
            </a:r>
            <a:r>
              <a:rPr kumimoji="1" lang="en-US" altLang="zh-CN" dirty="0"/>
              <a:t>token 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>
                <a:hlinkClick r:id="rId2"/>
              </a:rPr>
              <a:t>http://a.zz.com/?token=</a:t>
            </a:r>
            <a:r>
              <a:rPr kumimoji="1" lang="en-US" altLang="zh-CN" dirty="0" err="1" smtClean="0"/>
              <a:t>dfsdf</a:t>
            </a:r>
            <a:endParaRPr kumimoji="1" lang="zh-CN" altLang="en-US" dirty="0"/>
          </a:p>
        </p:txBody>
      </p:sp>
      <p:sp>
        <p:nvSpPr>
          <p:cNvPr id="51" name="文本框 50"/>
          <p:cNvSpPr txBox="1"/>
          <p:nvPr/>
        </p:nvSpPr>
        <p:spPr>
          <a:xfrm rot="18994410">
            <a:off x="2779559" y="3725723"/>
            <a:ext cx="1801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/>
              <a:t>6.http://</a:t>
            </a:r>
            <a:r>
              <a:rPr kumimoji="1" lang="en-US" altLang="zh-CN" dirty="0" err="1" smtClean="0"/>
              <a:t>a.zz.com</a:t>
            </a:r>
            <a:endParaRPr kumimoji="1" lang="zh-CN" altLang="en-US" dirty="0"/>
          </a:p>
        </p:txBody>
      </p:sp>
      <p:sp>
        <p:nvSpPr>
          <p:cNvPr id="52" name="文本框 51"/>
          <p:cNvSpPr txBox="1"/>
          <p:nvPr/>
        </p:nvSpPr>
        <p:spPr>
          <a:xfrm rot="2394654">
            <a:off x="7232948" y="3423854"/>
            <a:ext cx="15483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 smtClean="0"/>
              <a:t>4.Auth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session</a:t>
            </a:r>
            <a:endParaRPr kumimoji="1" lang="zh-CN" altLang="en-US" dirty="0"/>
          </a:p>
        </p:txBody>
      </p:sp>
      <p:cxnSp>
        <p:nvCxnSpPr>
          <p:cNvPr id="53" name="直线箭头连接符 52"/>
          <p:cNvCxnSpPr/>
          <p:nvPr/>
        </p:nvCxnSpPr>
        <p:spPr>
          <a:xfrm flipH="1" flipV="1">
            <a:off x="6019813" y="2742911"/>
            <a:ext cx="2979433" cy="2489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 rot="2394654">
            <a:off x="6282417" y="3970738"/>
            <a:ext cx="21595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/>
              <a:t>5</a:t>
            </a:r>
            <a:r>
              <a:rPr kumimoji="1" lang="en-US" altLang="zh-CN" dirty="0" smtClean="0"/>
              <a:t>.Auth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success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or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fail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54646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天体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59</TotalTime>
  <Words>90</Words>
  <Application>Microsoft Macintosh PowerPoint</Application>
  <PresentationFormat>宽屏</PresentationFormat>
  <Paragraphs>34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Calibri</vt:lpstr>
      <vt:lpstr>Calibri Light</vt:lpstr>
      <vt:lpstr>Hiragino Sans GB W3</vt:lpstr>
      <vt:lpstr>Hiragino Sans GB W6</vt:lpstr>
      <vt:lpstr>Wingdings</vt:lpstr>
      <vt:lpstr>宋体</vt:lpstr>
      <vt:lpstr>Arial</vt:lpstr>
      <vt:lpstr>天体</vt:lpstr>
      <vt:lpstr>CAS 中央权限认证系统简介</vt:lpstr>
      <vt:lpstr>Technologies</vt:lpstr>
      <vt:lpstr>SSO（single sign on） 单点登录系统</vt:lpstr>
      <vt:lpstr>Cas(Central Authentication Service)</vt:lpstr>
    </vt:vector>
  </TitlesOfParts>
  <Company/>
  <LinksUpToDate>false</LinksUpToDate>
  <SharedDoc>false</SharedDoc>
  <HyperlinksChanged>false</HyperlinksChanged>
  <AppVersion>15.0039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 中央权限认证系统简介</dc:title>
  <dc:creator>Microsoft Office 用户</dc:creator>
  <cp:lastModifiedBy>Microsoft Office 用户</cp:lastModifiedBy>
  <cp:revision>6</cp:revision>
  <dcterms:created xsi:type="dcterms:W3CDTF">2017-10-27T07:59:25Z</dcterms:created>
  <dcterms:modified xsi:type="dcterms:W3CDTF">2017-10-27T08:58:44Z</dcterms:modified>
</cp:coreProperties>
</file>