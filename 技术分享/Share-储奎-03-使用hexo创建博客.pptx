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40" r:id="rId4"/>
  </p:sldMasterIdLst>
  <p:notesMasterIdLst>
    <p:notesMasterId r:id="rId9"/>
  </p:notesMasterIdLst>
  <p:handoutMasterIdLst>
    <p:handoutMasterId r:id="rId10"/>
  </p:handoutMasterIdLst>
  <p:sldIdLst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83CD"/>
    <a:srgbClr val="283542"/>
    <a:srgbClr val="112844"/>
    <a:srgbClr val="302F44"/>
    <a:srgbClr val="444444"/>
    <a:srgbClr val="FFFFFF"/>
    <a:srgbClr val="172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0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76" y="10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624F74-3275-054E-801D-A4BAFD53FFF3}" type="doc">
      <dgm:prSet loTypeId="urn:microsoft.com/office/officeart/2005/8/layout/process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52CECDD-FFAA-1B49-9442-54D5A43A6981}">
      <dgm:prSet phldrT="[文本]"/>
      <dgm:spPr>
        <a:solidFill>
          <a:srgbClr val="283542"/>
        </a:solidFill>
      </dgm:spPr>
      <dgm:t>
        <a:bodyPr/>
        <a:lstStyle/>
        <a:p>
          <a:r>
            <a:rPr lang="en-US" altLang="zh-CN" dirty="0" err="1" smtClean="0">
              <a:solidFill>
                <a:schemeClr val="tx1"/>
              </a:solidFill>
            </a:rPr>
            <a:t>node.js</a:t>
          </a:r>
          <a:endParaRPr lang="zh-CN" altLang="en-US" dirty="0">
            <a:solidFill>
              <a:schemeClr val="tx1"/>
            </a:solidFill>
          </a:endParaRPr>
        </a:p>
      </dgm:t>
    </dgm:pt>
    <dgm:pt modelId="{E37EDD03-C838-1D48-953F-6070F6C497D6}" type="sibTrans" cxnId="{030A3F4A-573E-874C-9759-3DEAA45BE870}">
      <dgm:prSet/>
      <dgm:spPr/>
      <dgm:t>
        <a:bodyPr/>
        <a:lstStyle/>
        <a:p>
          <a:endParaRPr lang="zh-CN" altLang="en-US"/>
        </a:p>
      </dgm:t>
    </dgm:pt>
    <dgm:pt modelId="{D2753387-144A-F447-9F18-99171CADE21C}" type="parTrans" cxnId="{030A3F4A-573E-874C-9759-3DEAA45BE870}">
      <dgm:prSet/>
      <dgm:spPr/>
      <dgm:t>
        <a:bodyPr/>
        <a:lstStyle/>
        <a:p>
          <a:endParaRPr lang="zh-CN" altLang="en-US"/>
        </a:p>
      </dgm:t>
    </dgm:pt>
    <dgm:pt modelId="{FA0CB174-7ED8-EB4F-B9E7-2C3BB78763A3}">
      <dgm:prSet phldrT="[文本]"/>
      <dgm:spPr>
        <a:solidFill>
          <a:srgbClr val="0E83CD"/>
        </a:solidFill>
      </dgm:spPr>
      <dgm:t>
        <a:bodyPr/>
        <a:lstStyle/>
        <a:p>
          <a:r>
            <a:rPr lang="en-US" altLang="zh-CN" dirty="0" err="1" smtClean="0"/>
            <a:t>npm</a:t>
          </a:r>
          <a:endParaRPr lang="zh-CN" altLang="en-US" dirty="0"/>
        </a:p>
      </dgm:t>
    </dgm:pt>
    <dgm:pt modelId="{02D1246E-9449-CF4A-8F88-1EC7A968C2E2}" type="sibTrans" cxnId="{4237F67D-DACA-A74B-8A22-F945C8DF8552}">
      <dgm:prSet/>
      <dgm:spPr/>
      <dgm:t>
        <a:bodyPr/>
        <a:lstStyle/>
        <a:p>
          <a:endParaRPr lang="zh-CN" altLang="en-US"/>
        </a:p>
      </dgm:t>
    </dgm:pt>
    <dgm:pt modelId="{8DADAC91-EF54-104F-8FF1-93F2D30AE905}" type="parTrans" cxnId="{4237F67D-DACA-A74B-8A22-F945C8DF8552}">
      <dgm:prSet/>
      <dgm:spPr/>
      <dgm:t>
        <a:bodyPr/>
        <a:lstStyle/>
        <a:p>
          <a:endParaRPr lang="zh-CN" altLang="en-US"/>
        </a:p>
      </dgm:t>
    </dgm:pt>
    <dgm:pt modelId="{5324CEE6-A569-C640-917F-FA12C463AE1F}">
      <dgm:prSet phldrT="[文本]"/>
      <dgm:spPr>
        <a:solidFill>
          <a:schemeClr val="accent1"/>
        </a:solidFill>
      </dgm:spPr>
      <dgm:t>
        <a:bodyPr/>
        <a:lstStyle/>
        <a:p>
          <a:r>
            <a:rPr lang="en-US" altLang="zh-CN" dirty="0" err="1" smtClean="0"/>
            <a:t>hexo</a:t>
          </a:r>
          <a:r>
            <a:rPr lang="en-US" altLang="zh-CN" dirty="0" smtClean="0"/>
            <a:t>-cli</a:t>
          </a:r>
          <a:endParaRPr lang="zh-CN" altLang="en-US" dirty="0"/>
        </a:p>
      </dgm:t>
    </dgm:pt>
    <dgm:pt modelId="{2F43B126-648A-5442-82AF-44D3BBB6BB30}" type="sibTrans" cxnId="{41DCD945-739B-8248-97CB-84AE35AF497C}">
      <dgm:prSet/>
      <dgm:spPr/>
      <dgm:t>
        <a:bodyPr/>
        <a:lstStyle/>
        <a:p>
          <a:endParaRPr lang="zh-CN" altLang="en-US"/>
        </a:p>
      </dgm:t>
    </dgm:pt>
    <dgm:pt modelId="{7AB37957-A22C-494E-8B09-734D25DAC6DC}" type="parTrans" cxnId="{41DCD945-739B-8248-97CB-84AE35AF497C}">
      <dgm:prSet/>
      <dgm:spPr/>
      <dgm:t>
        <a:bodyPr/>
        <a:lstStyle/>
        <a:p>
          <a:endParaRPr lang="zh-CN" altLang="en-US"/>
        </a:p>
      </dgm:t>
    </dgm:pt>
    <dgm:pt modelId="{70B992CE-AD75-5146-8E08-25EF1DF8C1BE}">
      <dgm:prSet custT="1"/>
      <dgm:spPr/>
      <dgm:t>
        <a:bodyPr/>
        <a:lstStyle/>
        <a:p>
          <a:r>
            <a:rPr lang="en-US" sz="1800" b="0" i="0" dirty="0" err="1" smtClean="0">
              <a:solidFill>
                <a:schemeClr val="bg1">
                  <a:lumMod val="50000"/>
                  <a:lumOff val="50000"/>
                </a:schemeClr>
              </a:solidFill>
              <a:latin typeface="PingFang SC Light" charset="-122"/>
              <a:ea typeface="PingFang SC Light" charset="-122"/>
              <a:cs typeface="PingFang SC Light" charset="-122"/>
            </a:rPr>
            <a:t>npm</a:t>
          </a:r>
          <a:r>
            <a:rPr lang="en-US" sz="1800" b="0" i="0" dirty="0" smtClean="0">
              <a:solidFill>
                <a:schemeClr val="bg1">
                  <a:lumMod val="50000"/>
                  <a:lumOff val="50000"/>
                </a:schemeClr>
              </a:solidFill>
              <a:latin typeface="PingFang SC Light" charset="-122"/>
              <a:ea typeface="PingFang SC Light" charset="-122"/>
              <a:cs typeface="PingFang SC Light" charset="-122"/>
            </a:rPr>
            <a:t> install -g </a:t>
          </a:r>
          <a:r>
            <a:rPr lang="en-US" sz="1800" b="0" i="0" dirty="0" err="1" smtClean="0">
              <a:solidFill>
                <a:schemeClr val="bg1">
                  <a:lumMod val="50000"/>
                  <a:lumOff val="50000"/>
                </a:schemeClr>
              </a:solidFill>
              <a:latin typeface="PingFang SC Light" charset="-122"/>
              <a:ea typeface="PingFang SC Light" charset="-122"/>
              <a:cs typeface="PingFang SC Light" charset="-122"/>
            </a:rPr>
            <a:t>hexo</a:t>
          </a:r>
          <a:r>
            <a:rPr lang="en-US" sz="1800" b="0" i="0" dirty="0" smtClean="0">
              <a:solidFill>
                <a:schemeClr val="bg1">
                  <a:lumMod val="50000"/>
                  <a:lumOff val="50000"/>
                </a:schemeClr>
              </a:solidFill>
              <a:latin typeface="PingFang SC Light" charset="-122"/>
              <a:ea typeface="PingFang SC Light" charset="-122"/>
              <a:cs typeface="PingFang SC Light" charset="-122"/>
            </a:rPr>
            <a:t>-cli</a:t>
          </a:r>
          <a:endParaRPr lang="zh-CN" altLang="en-US" sz="1800" b="0" i="0" dirty="0">
            <a:solidFill>
              <a:schemeClr val="bg1">
                <a:lumMod val="50000"/>
                <a:lumOff val="50000"/>
              </a:schemeClr>
            </a:solidFill>
            <a:latin typeface="PingFang SC Light" charset="-122"/>
            <a:ea typeface="PingFang SC Light" charset="-122"/>
            <a:cs typeface="PingFang SC Light" charset="-122"/>
          </a:endParaRPr>
        </a:p>
      </dgm:t>
    </dgm:pt>
    <dgm:pt modelId="{82753501-A765-B14B-810D-9738AFC662F2}" type="parTrans" cxnId="{790532E0-C33B-CB41-AA38-70A395ADF2F7}">
      <dgm:prSet/>
      <dgm:spPr/>
      <dgm:t>
        <a:bodyPr/>
        <a:lstStyle/>
        <a:p>
          <a:endParaRPr lang="zh-CN" altLang="en-US"/>
        </a:p>
      </dgm:t>
    </dgm:pt>
    <dgm:pt modelId="{A31C18F3-5856-BC40-8BCE-F98F1E972588}" type="sibTrans" cxnId="{790532E0-C33B-CB41-AA38-70A395ADF2F7}">
      <dgm:prSet/>
      <dgm:spPr/>
      <dgm:t>
        <a:bodyPr/>
        <a:lstStyle/>
        <a:p>
          <a:endParaRPr lang="zh-CN" altLang="en-US"/>
        </a:p>
      </dgm:t>
    </dgm:pt>
    <dgm:pt modelId="{920B0973-FCC1-994C-BCDE-714E3F8233BA}" type="pres">
      <dgm:prSet presAssocID="{18624F74-3275-054E-801D-A4BAFD53FFF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BE22A98-8987-0E42-BD99-0DBA75C6AD80}" type="pres">
      <dgm:prSet presAssocID="{5324CEE6-A569-C640-917F-FA12C463AE1F}" presName="boxAndChildren" presStyleCnt="0"/>
      <dgm:spPr/>
    </dgm:pt>
    <dgm:pt modelId="{6E04F93B-992F-FD41-8464-19B6D6A95A7E}" type="pres">
      <dgm:prSet presAssocID="{5324CEE6-A569-C640-917F-FA12C463AE1F}" presName="parentTextBox" presStyleLbl="node1" presStyleIdx="0" presStyleCnt="3" custScaleY="78389" custLinFactNeighborX="140" custLinFactNeighborY="-2675"/>
      <dgm:spPr/>
      <dgm:t>
        <a:bodyPr/>
        <a:lstStyle/>
        <a:p>
          <a:endParaRPr lang="zh-CN" altLang="en-US"/>
        </a:p>
      </dgm:t>
    </dgm:pt>
    <dgm:pt modelId="{F964E0FB-BF16-414D-B37F-8A0F6A1E63A7}" type="pres">
      <dgm:prSet presAssocID="{5324CEE6-A569-C640-917F-FA12C463AE1F}" presName="entireBox" presStyleLbl="node1" presStyleIdx="0" presStyleCnt="3"/>
      <dgm:spPr/>
      <dgm:t>
        <a:bodyPr/>
        <a:lstStyle/>
        <a:p>
          <a:endParaRPr lang="zh-CN" altLang="en-US"/>
        </a:p>
      </dgm:t>
    </dgm:pt>
    <dgm:pt modelId="{D4200D76-FD7E-834C-883B-90F4DADAAFA2}" type="pres">
      <dgm:prSet presAssocID="{5324CEE6-A569-C640-917F-FA12C463AE1F}" presName="descendantBox" presStyleCnt="0"/>
      <dgm:spPr/>
    </dgm:pt>
    <dgm:pt modelId="{3B590F34-7E17-614F-B55A-9E5B408F4EF0}" type="pres">
      <dgm:prSet presAssocID="{70B992CE-AD75-5146-8E08-25EF1DF8C1BE}" presName="childTextBox" presStyleLbl="f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4A423F5-51D4-A944-89DF-444556D296E9}" type="pres">
      <dgm:prSet presAssocID="{02D1246E-9449-CF4A-8F88-1EC7A968C2E2}" presName="sp" presStyleCnt="0"/>
      <dgm:spPr/>
    </dgm:pt>
    <dgm:pt modelId="{B5B5C33B-B6E5-A34B-BF2C-15680E8453C4}" type="pres">
      <dgm:prSet presAssocID="{FA0CB174-7ED8-EB4F-B9E7-2C3BB78763A3}" presName="arrowAndChildren" presStyleCnt="0"/>
      <dgm:spPr/>
    </dgm:pt>
    <dgm:pt modelId="{FD83FBF7-37FD-DA48-9837-C0C37740386E}" type="pres">
      <dgm:prSet presAssocID="{FA0CB174-7ED8-EB4F-B9E7-2C3BB78763A3}" presName="parentTextArrow" presStyleLbl="node1" presStyleIdx="1" presStyleCnt="3" custScaleY="86300"/>
      <dgm:spPr/>
      <dgm:t>
        <a:bodyPr/>
        <a:lstStyle/>
        <a:p>
          <a:endParaRPr lang="zh-CN" altLang="en-US"/>
        </a:p>
      </dgm:t>
    </dgm:pt>
    <dgm:pt modelId="{DAFFC51D-AFFB-FF4D-A0B7-6801AAED5B62}" type="pres">
      <dgm:prSet presAssocID="{E37EDD03-C838-1D48-953F-6070F6C497D6}" presName="sp" presStyleCnt="0"/>
      <dgm:spPr/>
    </dgm:pt>
    <dgm:pt modelId="{E306F4D8-D5E8-AC4F-9673-FA55F8C9E48C}" type="pres">
      <dgm:prSet presAssocID="{052CECDD-FFAA-1B49-9442-54D5A43A6981}" presName="arrowAndChildren" presStyleCnt="0"/>
      <dgm:spPr/>
    </dgm:pt>
    <dgm:pt modelId="{0587C210-E1B1-8D42-9B19-02486582D794}" type="pres">
      <dgm:prSet presAssocID="{052CECDD-FFAA-1B49-9442-54D5A43A6981}" presName="parentTextArrow" presStyleLbl="node1" presStyleIdx="2" presStyleCnt="3" custScaleY="78588" custLinFactNeighborX="280" custLinFactNeighborY="-42625"/>
      <dgm:spPr/>
      <dgm:t>
        <a:bodyPr/>
        <a:lstStyle/>
        <a:p>
          <a:endParaRPr lang="zh-CN" altLang="en-US"/>
        </a:p>
      </dgm:t>
    </dgm:pt>
  </dgm:ptLst>
  <dgm:cxnLst>
    <dgm:cxn modelId="{F33EA052-3120-E646-ABE8-AB3231B83791}" type="presOf" srcId="{052CECDD-FFAA-1B49-9442-54D5A43A6981}" destId="{0587C210-E1B1-8D42-9B19-02486582D794}" srcOrd="0" destOrd="0" presId="urn:microsoft.com/office/officeart/2005/8/layout/process4"/>
    <dgm:cxn modelId="{030A3F4A-573E-874C-9759-3DEAA45BE870}" srcId="{18624F74-3275-054E-801D-A4BAFD53FFF3}" destId="{052CECDD-FFAA-1B49-9442-54D5A43A6981}" srcOrd="0" destOrd="0" parTransId="{D2753387-144A-F447-9F18-99171CADE21C}" sibTransId="{E37EDD03-C838-1D48-953F-6070F6C497D6}"/>
    <dgm:cxn modelId="{4237F67D-DACA-A74B-8A22-F945C8DF8552}" srcId="{18624F74-3275-054E-801D-A4BAFD53FFF3}" destId="{FA0CB174-7ED8-EB4F-B9E7-2C3BB78763A3}" srcOrd="1" destOrd="0" parTransId="{8DADAC91-EF54-104F-8FF1-93F2D30AE905}" sibTransId="{02D1246E-9449-CF4A-8F88-1EC7A968C2E2}"/>
    <dgm:cxn modelId="{73441795-4EC6-344C-A55F-7DD5054C183B}" type="presOf" srcId="{FA0CB174-7ED8-EB4F-B9E7-2C3BB78763A3}" destId="{FD83FBF7-37FD-DA48-9837-C0C37740386E}" srcOrd="0" destOrd="0" presId="urn:microsoft.com/office/officeart/2005/8/layout/process4"/>
    <dgm:cxn modelId="{925A1689-B6B0-4847-95A6-F38F2D3675EA}" type="presOf" srcId="{5324CEE6-A569-C640-917F-FA12C463AE1F}" destId="{6E04F93B-992F-FD41-8464-19B6D6A95A7E}" srcOrd="0" destOrd="0" presId="urn:microsoft.com/office/officeart/2005/8/layout/process4"/>
    <dgm:cxn modelId="{9375D4CE-CDA7-954B-BE14-35BC5B83AA60}" type="presOf" srcId="{5324CEE6-A569-C640-917F-FA12C463AE1F}" destId="{F964E0FB-BF16-414D-B37F-8A0F6A1E63A7}" srcOrd="1" destOrd="0" presId="urn:microsoft.com/office/officeart/2005/8/layout/process4"/>
    <dgm:cxn modelId="{CC161AF4-E475-9443-A264-433D2B25F43A}" type="presOf" srcId="{70B992CE-AD75-5146-8E08-25EF1DF8C1BE}" destId="{3B590F34-7E17-614F-B55A-9E5B408F4EF0}" srcOrd="0" destOrd="0" presId="urn:microsoft.com/office/officeart/2005/8/layout/process4"/>
    <dgm:cxn modelId="{F0D1537D-9D1C-8C40-8F81-9BC794E961D9}" type="presOf" srcId="{18624F74-3275-054E-801D-A4BAFD53FFF3}" destId="{920B0973-FCC1-994C-BCDE-714E3F8233BA}" srcOrd="0" destOrd="0" presId="urn:microsoft.com/office/officeart/2005/8/layout/process4"/>
    <dgm:cxn modelId="{790532E0-C33B-CB41-AA38-70A395ADF2F7}" srcId="{5324CEE6-A569-C640-917F-FA12C463AE1F}" destId="{70B992CE-AD75-5146-8E08-25EF1DF8C1BE}" srcOrd="0" destOrd="0" parTransId="{82753501-A765-B14B-810D-9738AFC662F2}" sibTransId="{A31C18F3-5856-BC40-8BCE-F98F1E972588}"/>
    <dgm:cxn modelId="{41DCD945-739B-8248-97CB-84AE35AF497C}" srcId="{18624F74-3275-054E-801D-A4BAFD53FFF3}" destId="{5324CEE6-A569-C640-917F-FA12C463AE1F}" srcOrd="2" destOrd="0" parTransId="{7AB37957-A22C-494E-8B09-734D25DAC6DC}" sibTransId="{2F43B126-648A-5442-82AF-44D3BBB6BB30}"/>
    <dgm:cxn modelId="{8C9CBFB0-A8B0-7A40-BD4E-17FB3D7E4723}" type="presParOf" srcId="{920B0973-FCC1-994C-BCDE-714E3F8233BA}" destId="{8BE22A98-8987-0E42-BD99-0DBA75C6AD80}" srcOrd="0" destOrd="0" presId="urn:microsoft.com/office/officeart/2005/8/layout/process4"/>
    <dgm:cxn modelId="{3C89FC6D-5896-DF43-A516-5F1D20834EEB}" type="presParOf" srcId="{8BE22A98-8987-0E42-BD99-0DBA75C6AD80}" destId="{6E04F93B-992F-FD41-8464-19B6D6A95A7E}" srcOrd="0" destOrd="0" presId="urn:microsoft.com/office/officeart/2005/8/layout/process4"/>
    <dgm:cxn modelId="{34D6C4E7-D7EB-BB4E-B291-25DB1EA87A4B}" type="presParOf" srcId="{8BE22A98-8987-0E42-BD99-0DBA75C6AD80}" destId="{F964E0FB-BF16-414D-B37F-8A0F6A1E63A7}" srcOrd="1" destOrd="0" presId="urn:microsoft.com/office/officeart/2005/8/layout/process4"/>
    <dgm:cxn modelId="{B7C25965-B342-7D42-9D03-CFD75661BBD9}" type="presParOf" srcId="{8BE22A98-8987-0E42-BD99-0DBA75C6AD80}" destId="{D4200D76-FD7E-834C-883B-90F4DADAAFA2}" srcOrd="2" destOrd="0" presId="urn:microsoft.com/office/officeart/2005/8/layout/process4"/>
    <dgm:cxn modelId="{51E82D6E-BDB9-2A40-B0EF-FCC93EDCAD11}" type="presParOf" srcId="{D4200D76-FD7E-834C-883B-90F4DADAAFA2}" destId="{3B590F34-7E17-614F-B55A-9E5B408F4EF0}" srcOrd="0" destOrd="0" presId="urn:microsoft.com/office/officeart/2005/8/layout/process4"/>
    <dgm:cxn modelId="{9CD23511-0AC0-5D49-8DC4-BE84F7684145}" type="presParOf" srcId="{920B0973-FCC1-994C-BCDE-714E3F8233BA}" destId="{94A423F5-51D4-A944-89DF-444556D296E9}" srcOrd="1" destOrd="0" presId="urn:microsoft.com/office/officeart/2005/8/layout/process4"/>
    <dgm:cxn modelId="{1AFBC4E2-B96F-934E-AA53-17E579F2F391}" type="presParOf" srcId="{920B0973-FCC1-994C-BCDE-714E3F8233BA}" destId="{B5B5C33B-B6E5-A34B-BF2C-15680E8453C4}" srcOrd="2" destOrd="0" presId="urn:microsoft.com/office/officeart/2005/8/layout/process4"/>
    <dgm:cxn modelId="{DC99BE9F-361C-FE45-B0F9-B96DB0096BE9}" type="presParOf" srcId="{B5B5C33B-B6E5-A34B-BF2C-15680E8453C4}" destId="{FD83FBF7-37FD-DA48-9837-C0C37740386E}" srcOrd="0" destOrd="0" presId="urn:microsoft.com/office/officeart/2005/8/layout/process4"/>
    <dgm:cxn modelId="{C23ED226-0CB5-2C43-88E6-28FF61911DCF}" type="presParOf" srcId="{920B0973-FCC1-994C-BCDE-714E3F8233BA}" destId="{DAFFC51D-AFFB-FF4D-A0B7-6801AAED5B62}" srcOrd="3" destOrd="0" presId="urn:microsoft.com/office/officeart/2005/8/layout/process4"/>
    <dgm:cxn modelId="{4505D22F-012A-B049-9EB4-B48B62CA36AF}" type="presParOf" srcId="{920B0973-FCC1-994C-BCDE-714E3F8233BA}" destId="{E306F4D8-D5E8-AC4F-9673-FA55F8C9E48C}" srcOrd="4" destOrd="0" presId="urn:microsoft.com/office/officeart/2005/8/layout/process4"/>
    <dgm:cxn modelId="{001EC2BA-2D28-224B-8FE9-9F3E6351287F}" type="presParOf" srcId="{E306F4D8-D5E8-AC4F-9673-FA55F8C9E48C}" destId="{0587C210-E1B1-8D42-9B19-02486582D79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4E0FB-BF16-414D-B37F-8A0F6A1E63A7}">
      <dsp:nvSpPr>
        <dsp:cNvPr id="0" name=""/>
        <dsp:cNvSpPr/>
      </dsp:nvSpPr>
      <dsp:spPr>
        <a:xfrm>
          <a:off x="0" y="2239842"/>
          <a:ext cx="7165591" cy="893644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3175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err="1" smtClean="0"/>
            <a:t>hexo</a:t>
          </a:r>
          <a:r>
            <a:rPr lang="en-US" altLang="zh-CN" sz="1700" kern="1200" dirty="0" smtClean="0"/>
            <a:t>-cli</a:t>
          </a:r>
          <a:endParaRPr lang="zh-CN" altLang="en-US" sz="1700" kern="1200" dirty="0"/>
        </a:p>
      </dsp:txBody>
      <dsp:txXfrm>
        <a:off x="0" y="2239842"/>
        <a:ext cx="7165591" cy="482567"/>
      </dsp:txXfrm>
    </dsp:sp>
    <dsp:sp modelId="{3B590F34-7E17-614F-B55A-9E5B408F4EF0}">
      <dsp:nvSpPr>
        <dsp:cNvPr id="0" name=""/>
        <dsp:cNvSpPr/>
      </dsp:nvSpPr>
      <dsp:spPr>
        <a:xfrm>
          <a:off x="0" y="2704537"/>
          <a:ext cx="7165591" cy="4110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i="0" kern="1200" dirty="0" err="1" smtClean="0">
              <a:solidFill>
                <a:schemeClr val="bg1">
                  <a:lumMod val="50000"/>
                  <a:lumOff val="50000"/>
                </a:schemeClr>
              </a:solidFill>
              <a:latin typeface="PingFang SC Light" charset="-122"/>
              <a:ea typeface="PingFang SC Light" charset="-122"/>
              <a:cs typeface="PingFang SC Light" charset="-122"/>
            </a:rPr>
            <a:t>npm</a:t>
          </a:r>
          <a:r>
            <a:rPr lang="en-US" sz="1800" b="0" i="0" kern="1200" dirty="0" smtClean="0">
              <a:solidFill>
                <a:schemeClr val="bg1">
                  <a:lumMod val="50000"/>
                  <a:lumOff val="50000"/>
                </a:schemeClr>
              </a:solidFill>
              <a:latin typeface="PingFang SC Light" charset="-122"/>
              <a:ea typeface="PingFang SC Light" charset="-122"/>
              <a:cs typeface="PingFang SC Light" charset="-122"/>
            </a:rPr>
            <a:t> install -g </a:t>
          </a:r>
          <a:r>
            <a:rPr lang="en-US" sz="1800" b="0" i="0" kern="1200" dirty="0" err="1" smtClean="0">
              <a:solidFill>
                <a:schemeClr val="bg1">
                  <a:lumMod val="50000"/>
                  <a:lumOff val="50000"/>
                </a:schemeClr>
              </a:solidFill>
              <a:latin typeface="PingFang SC Light" charset="-122"/>
              <a:ea typeface="PingFang SC Light" charset="-122"/>
              <a:cs typeface="PingFang SC Light" charset="-122"/>
            </a:rPr>
            <a:t>hexo</a:t>
          </a:r>
          <a:r>
            <a:rPr lang="en-US" sz="1800" b="0" i="0" kern="1200" dirty="0" smtClean="0">
              <a:solidFill>
                <a:schemeClr val="bg1">
                  <a:lumMod val="50000"/>
                  <a:lumOff val="50000"/>
                </a:schemeClr>
              </a:solidFill>
              <a:latin typeface="PingFang SC Light" charset="-122"/>
              <a:ea typeface="PingFang SC Light" charset="-122"/>
              <a:cs typeface="PingFang SC Light" charset="-122"/>
            </a:rPr>
            <a:t>-cli</a:t>
          </a:r>
          <a:endParaRPr lang="zh-CN" altLang="en-US" sz="1800" b="0" i="0" kern="1200" dirty="0">
            <a:solidFill>
              <a:schemeClr val="bg1">
                <a:lumMod val="50000"/>
                <a:lumOff val="50000"/>
              </a:schemeClr>
            </a:solidFill>
            <a:latin typeface="PingFang SC Light" charset="-122"/>
            <a:ea typeface="PingFang SC Light" charset="-122"/>
            <a:cs typeface="PingFang SC Light" charset="-122"/>
          </a:endParaRPr>
        </a:p>
      </dsp:txBody>
      <dsp:txXfrm>
        <a:off x="0" y="2704537"/>
        <a:ext cx="7165591" cy="411076"/>
      </dsp:txXfrm>
    </dsp:sp>
    <dsp:sp modelId="{FD83FBF7-37FD-DA48-9837-C0C37740386E}">
      <dsp:nvSpPr>
        <dsp:cNvPr id="0" name=""/>
        <dsp:cNvSpPr/>
      </dsp:nvSpPr>
      <dsp:spPr>
        <a:xfrm rot="10800000">
          <a:off x="0" y="1067118"/>
          <a:ext cx="7165591" cy="1186128"/>
        </a:xfrm>
        <a:prstGeom prst="upArrowCallout">
          <a:avLst/>
        </a:prstGeom>
        <a:solidFill>
          <a:srgbClr val="0E83CD"/>
        </a:solidFill>
        <a:ln>
          <a:noFill/>
        </a:ln>
        <a:effectLst>
          <a:outerShdw blurRad="3175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err="1" smtClean="0"/>
            <a:t>npm</a:t>
          </a:r>
          <a:endParaRPr lang="zh-CN" altLang="en-US" sz="1700" kern="1200" dirty="0"/>
        </a:p>
      </dsp:txBody>
      <dsp:txXfrm rot="10800000">
        <a:off x="0" y="1067118"/>
        <a:ext cx="7165591" cy="770710"/>
      </dsp:txXfrm>
    </dsp:sp>
    <dsp:sp modelId="{0587C210-E1B1-8D42-9B19-02486582D794}">
      <dsp:nvSpPr>
        <dsp:cNvPr id="0" name=""/>
        <dsp:cNvSpPr/>
      </dsp:nvSpPr>
      <dsp:spPr>
        <a:xfrm rot="10800000">
          <a:off x="0" y="0"/>
          <a:ext cx="7165591" cy="1080133"/>
        </a:xfrm>
        <a:prstGeom prst="upArrowCallout">
          <a:avLst/>
        </a:prstGeom>
        <a:solidFill>
          <a:srgbClr val="283542"/>
        </a:solidFill>
        <a:ln>
          <a:noFill/>
        </a:ln>
        <a:effectLst>
          <a:outerShdw blurRad="3175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err="1" smtClean="0">
              <a:solidFill>
                <a:schemeClr val="tx1"/>
              </a:solidFill>
            </a:rPr>
            <a:t>node.js</a:t>
          </a:r>
          <a:endParaRPr lang="zh-CN" altLang="en-US" sz="1700" kern="1200" dirty="0">
            <a:solidFill>
              <a:schemeClr val="tx1"/>
            </a:solidFill>
          </a:endParaRPr>
        </a:p>
      </dsp:txBody>
      <dsp:txXfrm rot="10800000">
        <a:off x="0" y="0"/>
        <a:ext cx="7165591" cy="7018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2EF5AC47-1AC4-47CE-A93B-69BD784FE48A}" type="datetimeFigureOut">
              <a:rPr lang="en-US" altLang="zh-CN"/>
              <a:t>12/8/17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4D43AAD8-78B0-4EF6-84C7-32A82E764FCB}" type="slidenum">
              <a:rPr lang="zh-CN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0561312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4AD7794F-1BC9-4278-AE26-4DD2F6BD4056}" type="datetimeFigureOut">
              <a:t>2017/12/8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5E984417-8091-4A5A-B5F1-70C19F410C1B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25706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 latinLnBrk="0">
              <a:defRPr lang="zh-CN"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 latinLnBrk="0">
              <a:buNone/>
              <a:defRPr lang="zh-CN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 latinLnBrk="0">
              <a:buNone/>
              <a:defRPr lang="zh-CN" sz="2800"/>
            </a:lvl2pPr>
            <a:lvl3pPr marL="914400" indent="0" algn="ctr" latinLnBrk="0">
              <a:buNone/>
              <a:defRPr lang="zh-CN" sz="2400"/>
            </a:lvl3pPr>
            <a:lvl4pPr marL="1371600" indent="0" algn="ctr" latinLnBrk="0">
              <a:buNone/>
              <a:defRPr lang="zh-CN" sz="2000"/>
            </a:lvl4pPr>
            <a:lvl5pPr marL="1828800" indent="0" algn="ctr" latinLnBrk="0">
              <a:buNone/>
              <a:defRPr lang="zh-CN" sz="2000"/>
            </a:lvl5pPr>
            <a:lvl6pPr marL="2286000" indent="0" algn="ctr" latinLnBrk="0">
              <a:buNone/>
              <a:defRPr lang="zh-CN" sz="2000"/>
            </a:lvl6pPr>
            <a:lvl7pPr marL="2743200" indent="0" algn="ctr" latinLnBrk="0">
              <a:buNone/>
              <a:defRPr lang="zh-CN" sz="2000"/>
            </a:lvl7pPr>
            <a:lvl8pPr marL="3200400" indent="0" algn="ctr" latinLnBrk="0">
              <a:buNone/>
              <a:defRPr lang="zh-CN" sz="2000"/>
            </a:lvl8pPr>
            <a:lvl9pPr marL="3657600" indent="0" algn="ctr" latinLnBrk="0">
              <a:buNone/>
              <a:defRPr lang="zh-CN" sz="2000"/>
            </a:lvl9pPr>
          </a:lstStyle>
          <a:p>
            <a:r>
              <a:rPr lang="zh-CN" altLang="en-US" smtClean="0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t>2017/12/8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t>2017/12/8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 latinLnBrk="0">
              <a:defRPr lang="zh-CN" sz="60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t>2017/12/8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8800"/>
            <a:ext cx="5181600" cy="4351337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800"/>
            </a:lvl6pPr>
            <a:lvl7pPr latinLnBrk="0">
              <a:defRPr lang="zh-CN" sz="1800"/>
            </a:lvl7pPr>
            <a:lvl8pPr latinLnBrk="0">
              <a:defRPr lang="zh-CN" sz="1800"/>
            </a:lvl8pPr>
            <a:lvl9pPr latinLnBrk="0">
              <a:defRPr lang="zh-CN"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800"/>
            </a:lvl6pPr>
            <a:lvl7pPr latinLnBrk="0">
              <a:defRPr lang="zh-CN" sz="1800"/>
            </a:lvl7pPr>
            <a:lvl8pPr latinLnBrk="0">
              <a:defRPr lang="zh-CN" sz="1800"/>
            </a:lvl8pPr>
            <a:lvl9pPr latinLnBrk="0">
              <a:defRPr lang="zh-CN"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t>2017/12/8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1248" y="1681851"/>
            <a:ext cx="5156200" cy="731520"/>
          </a:xfrm>
        </p:spPr>
        <p:txBody>
          <a:bodyPr anchor="b">
            <a:normAutofit/>
          </a:bodyPr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1248" y="2507550"/>
            <a:ext cx="5156200" cy="3728258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600"/>
            </a:lvl6pPr>
            <a:lvl7pPr latinLnBrk="0">
              <a:defRPr lang="zh-CN" sz="1600"/>
            </a:lvl7pPr>
            <a:lvl8pPr latinLnBrk="0">
              <a:defRPr lang="zh-CN" sz="1600"/>
            </a:lvl8pPr>
            <a:lvl9pPr latinLnBrk="0">
              <a:defRPr lang="zh-CN"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5064" y="1681851"/>
            <a:ext cx="5157787" cy="73152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5064" y="2507550"/>
            <a:ext cx="5157787" cy="3728258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600"/>
            </a:lvl6pPr>
            <a:lvl7pPr latinLnBrk="0">
              <a:defRPr lang="zh-CN" sz="1600"/>
            </a:lvl7pPr>
            <a:lvl8pPr latinLnBrk="0">
              <a:defRPr lang="zh-CN" sz="1600"/>
            </a:lvl8pPr>
            <a:lvl9pPr latinLnBrk="0">
              <a:defRPr lang="zh-CN"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t>2017/12/8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t>2017/12/8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t>2017/12/8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 latinLnBrk="0">
              <a:defRPr lang="zh-CN"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1600" y="990600"/>
            <a:ext cx="6039484" cy="4876800"/>
          </a:xfrm>
        </p:spPr>
        <p:txBody>
          <a:bodyPr/>
          <a:lstStyle>
            <a:lvl1pPr latinLnBrk="0">
              <a:defRPr lang="zh-CN" sz="3200"/>
            </a:lvl1pPr>
            <a:lvl2pPr latinLnBrk="0">
              <a:defRPr lang="zh-CN" sz="2800"/>
            </a:lvl2pPr>
            <a:lvl3pPr latinLnBrk="0">
              <a:defRPr lang="zh-CN" sz="2400"/>
            </a:lvl3pPr>
            <a:lvl4pPr latinLnBrk="0">
              <a:defRPr lang="zh-CN" sz="2000"/>
            </a:lvl4pPr>
            <a:lvl5pPr latinLnBrk="0">
              <a:defRPr lang="zh-CN" sz="2000"/>
            </a:lvl5pPr>
            <a:lvl6pPr latinLnBrk="0">
              <a:defRPr lang="zh-CN" sz="2000"/>
            </a:lvl6pPr>
            <a:lvl7pPr latinLnBrk="0">
              <a:defRPr lang="zh-CN" sz="2000"/>
            </a:lvl7pPr>
            <a:lvl8pPr latinLnBrk="0">
              <a:defRPr lang="zh-CN" sz="2000"/>
            </a:lvl8pPr>
            <a:lvl9pPr latinLnBrk="0">
              <a:defRPr lang="zh-CN"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 latinLnBrk="0">
              <a:lnSpc>
                <a:spcPct val="100000"/>
              </a:lnSpc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t>2017/12/8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 latinLnBrk="0">
              <a:defRPr lang="zh-CN"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041136" cy="4876800"/>
          </a:xfrm>
        </p:spPr>
        <p:txBody>
          <a:bodyPr/>
          <a:lstStyle>
            <a:lvl1pPr marL="0" indent="0" latinLnBrk="0">
              <a:buNone/>
              <a:defRPr lang="zh-CN" sz="32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00000"/>
              </a:lnSpc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t>2017/12/8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t>2017/12/8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t>2017/12/8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17222A"/>
            </a:gs>
            <a:gs pos="66000">
              <a:schemeClr val="bg1">
                <a:lumMod val="72000"/>
                <a:lumOff val="28000"/>
              </a:schemeClr>
            </a:gs>
            <a:gs pos="84000">
              <a:schemeClr val="bg1">
                <a:lumMod val="65000"/>
                <a:lumOff val="35000"/>
              </a:schemeClr>
            </a:gs>
            <a:gs pos="100000">
              <a:schemeClr val="bg1">
                <a:lumMod val="50000"/>
                <a:lumOff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586B75A-687E-405C-8A0B-8D00578BA2C3}" type="datetime1">
              <a:rPr lang="en-US" altLang="zh-CN" smtClean="0"/>
              <a:pPr/>
              <a:t>12/8/17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11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FAB73BC-B049-4115-A692-8D63A059BFB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lang="zh-CN"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zh-CN"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zh-CN"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zh-CN"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zh-CN"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solidFill>
                  <a:schemeClr val="tx1">
                    <a:lumMod val="95000"/>
                  </a:schemeClr>
                </a:solidFill>
                <a:latin typeface="PingFang SC Light" charset="-122"/>
                <a:ea typeface="PingFang SC Light" charset="-122"/>
                <a:cs typeface="PingFang SC Light" charset="-122"/>
              </a:rPr>
              <a:t>使用</a:t>
            </a:r>
            <a:r>
              <a:rPr lang="en-US" altLang="zh-CN" dirty="0" err="1" smtClean="0">
                <a:solidFill>
                  <a:schemeClr val="tx1">
                    <a:lumMod val="95000"/>
                  </a:schemeClr>
                </a:solidFill>
                <a:latin typeface="PingFang SC Light" charset="-122"/>
                <a:ea typeface="PingFang SC Light" charset="-122"/>
                <a:cs typeface="PingFang SC Light" charset="-122"/>
              </a:rPr>
              <a:t>Hexo</a:t>
            </a:r>
            <a:r>
              <a:rPr lang="zh-CN" altLang="en-US" dirty="0" smtClean="0">
                <a:solidFill>
                  <a:schemeClr val="tx1">
                    <a:lumMod val="95000"/>
                  </a:schemeClr>
                </a:solidFill>
                <a:latin typeface="PingFang SC Light" charset="-122"/>
                <a:ea typeface="PingFang SC Light" charset="-122"/>
                <a:cs typeface="PingFang SC Light" charset="-122"/>
              </a:rPr>
              <a:t>创建一个属于自己的博客</a:t>
            </a:r>
            <a:endParaRPr lang="zh-CN" dirty="0">
              <a:solidFill>
                <a:schemeClr val="tx1">
                  <a:lumMod val="95000"/>
                </a:schemeClr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4927" y="240089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/>
            <a:r>
              <a:rPr lang="en-US" altLang="zh-CN" dirty="0">
                <a:latin typeface="Lato" charset="0"/>
              </a:rPr>
              <a:t>A fast, simple &amp; powerful blog framework</a:t>
            </a:r>
          </a:p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0" y="4207858"/>
            <a:ext cx="12192000" cy="265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389968" y="2862558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zh-CN" altLang="en-US" dirty="0">
                <a:latin typeface="PingFang SC Light" charset="-122"/>
                <a:ea typeface="PingFang SC Light" charset="-122"/>
                <a:cs typeface="PingFang SC Light" charset="-122"/>
              </a:rPr>
              <a:t>快速、简洁且高效的博客框架</a:t>
            </a:r>
            <a:endParaRPr lang="zh-CN" altLang="en-US" dirty="0">
              <a:effectLst/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11173" y="350888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zh-CN" altLang="en-US" dirty="0" smtClean="0">
                <a:latin typeface="PingFang SC Light" charset="-122"/>
                <a:ea typeface="PingFang SC Light" charset="-122"/>
                <a:cs typeface="PingFang SC Light" charset="-122"/>
              </a:rPr>
              <a:t>技术部：储奎</a:t>
            </a:r>
            <a:endParaRPr lang="zh-CN" altLang="en-US" dirty="0">
              <a:effectLst/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35" y="4332459"/>
            <a:ext cx="7943681" cy="240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3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2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2800" dirty="0" smtClean="0">
                <a:latin typeface="PingFang SC Light" charset="-122"/>
                <a:ea typeface="PingFang SC Light" charset="-122"/>
                <a:cs typeface="PingFang SC Light" charset="-122"/>
              </a:rPr>
              <a:t>配置环境</a:t>
            </a:r>
            <a:endParaRPr kumimoji="1" lang="zh-CN" altLang="en-US" sz="2800" dirty="0"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62378" y="1729135"/>
            <a:ext cx="3267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https://hexo.io/zh-cn/docs/</a:t>
            </a:r>
          </a:p>
        </p:txBody>
      </p:sp>
      <p:sp>
        <p:nvSpPr>
          <p:cNvPr id="2" name="矩形 1"/>
          <p:cNvSpPr/>
          <p:nvPr/>
        </p:nvSpPr>
        <p:spPr>
          <a:xfrm>
            <a:off x="-2" y="2732690"/>
            <a:ext cx="12191999" cy="41253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1429040548"/>
              </p:ext>
            </p:extLst>
          </p:nvPr>
        </p:nvGraphicFramePr>
        <p:xfrm>
          <a:off x="2837445" y="3164192"/>
          <a:ext cx="7165591" cy="3133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12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2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2800" dirty="0" smtClean="0">
                <a:latin typeface="PingFang SC Light" charset="-122"/>
                <a:ea typeface="PingFang SC Light" charset="-122"/>
                <a:cs typeface="PingFang SC Light" charset="-122"/>
              </a:rPr>
              <a:t>如何使用</a:t>
            </a:r>
            <a:endParaRPr kumimoji="1" lang="zh-CN" altLang="en-US" sz="2800" dirty="0"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2783393"/>
            <a:ext cx="12191999" cy="40746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356682" y="1869811"/>
            <a:ext cx="32319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zh-CN" altLang="en-US" dirty="0" smtClean="0">
                <a:latin typeface="PingFang SC Light" charset="-122"/>
                <a:ea typeface="PingFang SC Light" charset="-122"/>
                <a:cs typeface="PingFang SC Light" charset="-122"/>
              </a:rPr>
              <a:t>详情请见官网</a:t>
            </a:r>
            <a:endParaRPr lang="en-US" altLang="zh-CN" dirty="0" smtClean="0">
              <a:latin typeface="PingFang SC Light" charset="-122"/>
              <a:ea typeface="PingFang SC Light" charset="-122"/>
              <a:cs typeface="PingFang SC Light" charset="-122"/>
            </a:endParaRPr>
          </a:p>
          <a:p>
            <a:pPr algn="ctr" fontAlgn="base"/>
            <a:r>
              <a:rPr lang="en-US" altLang="zh-CN" dirty="0" smtClean="0">
                <a:latin typeface="PingFang SC Light" charset="-122"/>
                <a:ea typeface="PingFang SC Light" charset="-122"/>
                <a:cs typeface="PingFang SC Light" charset="-122"/>
              </a:rPr>
              <a:t>https</a:t>
            </a:r>
            <a:r>
              <a:rPr lang="en-US" altLang="zh-CN" dirty="0">
                <a:latin typeface="PingFang SC Light" charset="-122"/>
                <a:ea typeface="PingFang SC Light" charset="-122"/>
                <a:cs typeface="PingFang SC Light" charset="-122"/>
              </a:rPr>
              <a:t>://</a:t>
            </a:r>
            <a:r>
              <a:rPr lang="en-US" altLang="zh-CN" dirty="0" err="1">
                <a:latin typeface="PingFang SC Light" charset="-122"/>
                <a:ea typeface="PingFang SC Light" charset="-122"/>
                <a:cs typeface="PingFang SC Light" charset="-122"/>
              </a:rPr>
              <a:t>hexo.io</a:t>
            </a:r>
            <a:r>
              <a:rPr lang="en-US" altLang="zh-CN" dirty="0">
                <a:latin typeface="PingFang SC Light" charset="-122"/>
                <a:ea typeface="PingFang SC Light" charset="-122"/>
                <a:cs typeface="PingFang SC Light" charset="-122"/>
              </a:rPr>
              <a:t>/</a:t>
            </a:r>
            <a:r>
              <a:rPr lang="en-US" altLang="zh-CN" dirty="0" err="1">
                <a:latin typeface="PingFang SC Light" charset="-122"/>
                <a:ea typeface="PingFang SC Light" charset="-122"/>
                <a:cs typeface="PingFang SC Light" charset="-122"/>
              </a:rPr>
              <a:t>zh-cn</a:t>
            </a:r>
            <a:r>
              <a:rPr lang="en-US" altLang="zh-CN" dirty="0">
                <a:latin typeface="PingFang SC Light" charset="-122"/>
                <a:ea typeface="PingFang SC Light" charset="-122"/>
                <a:cs typeface="PingFang SC Light" charset="-122"/>
              </a:rPr>
              <a:t>/docs/</a:t>
            </a:r>
            <a:endParaRPr lang="zh-CN" altLang="en-US" dirty="0">
              <a:effectLst/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grpSp>
        <p:nvGrpSpPr>
          <p:cNvPr id="2" name="组 1"/>
          <p:cNvGrpSpPr/>
          <p:nvPr/>
        </p:nvGrpSpPr>
        <p:grpSpPr>
          <a:xfrm>
            <a:off x="3402636" y="3411383"/>
            <a:ext cx="3463331" cy="967805"/>
            <a:chOff x="4548553" y="3453468"/>
            <a:chExt cx="3463331" cy="967805"/>
          </a:xfrm>
        </p:grpSpPr>
        <p:grpSp>
          <p:nvGrpSpPr>
            <p:cNvPr id="11" name="组 10"/>
            <p:cNvGrpSpPr/>
            <p:nvPr/>
          </p:nvGrpSpPr>
          <p:grpSpPr>
            <a:xfrm>
              <a:off x="4548553" y="3453468"/>
              <a:ext cx="1400071" cy="307777"/>
              <a:chOff x="783771" y="3453469"/>
              <a:chExt cx="1400071" cy="307777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783771" y="3526971"/>
                <a:ext cx="160774" cy="16077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944545" y="3453469"/>
                <a:ext cx="12392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400" dirty="0" smtClean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PingFang SC Light" charset="-122"/>
                    <a:ea typeface="PingFang SC Light" charset="-122"/>
                    <a:cs typeface="PingFang SC Light" charset="-122"/>
                  </a:rPr>
                  <a:t>写一篇博客</a:t>
                </a:r>
                <a:endParaRPr kumimoji="1" lang="zh-CN" altLang="en-US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PingFang SC Light" charset="-122"/>
                  <a:ea typeface="PingFang SC Light" charset="-122"/>
                  <a:cs typeface="PingFang SC Light" charset="-122"/>
                </a:endParaRPr>
              </a:p>
            </p:txBody>
          </p:sp>
        </p:grpSp>
        <p:sp>
          <p:nvSpPr>
            <p:cNvPr id="14" name="圆角矩形 13"/>
            <p:cNvSpPr/>
            <p:nvPr/>
          </p:nvSpPr>
          <p:spPr>
            <a:xfrm>
              <a:off x="4702626" y="3851677"/>
              <a:ext cx="3309258" cy="569596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$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  <a:r>
                <a:rPr kumimoji="1" lang="en-US" altLang="zh-CN" sz="1400" dirty="0" err="1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hexo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new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kumimoji="1" lang="en-US" altLang="zh-CN" sz="1400" dirty="0" smtClean="0">
                  <a:solidFill>
                    <a:schemeClr val="bg1"/>
                  </a:solidFill>
                  <a:latin typeface="PingFang SC Light" charset="-122"/>
                  <a:ea typeface="PingFang SC Light" charset="-122"/>
                  <a:cs typeface="PingFang SC Light" charset="-122"/>
                </a:rPr>
                <a:t>”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PingFang SC Light" charset="-122"/>
                  <a:ea typeface="PingFang SC Light" charset="-122"/>
                  <a:cs typeface="PingFang SC Light" charset="-122"/>
                </a:rPr>
                <a:t>这是我的第一篇博客</a:t>
              </a:r>
              <a:r>
                <a:rPr kumimoji="1" lang="en-US" altLang="zh-CN" sz="1400" dirty="0" smtClean="0">
                  <a:solidFill>
                    <a:schemeClr val="bg1"/>
                  </a:solidFill>
                  <a:latin typeface="PingFang SC Light" charset="-122"/>
                  <a:ea typeface="PingFang SC Light" charset="-122"/>
                  <a:cs typeface="PingFang SC Light" charset="-122"/>
                </a:rPr>
                <a:t>”</a:t>
              </a:r>
            </a:p>
          </p:txBody>
        </p:sp>
      </p:grpSp>
      <p:grpSp>
        <p:nvGrpSpPr>
          <p:cNvPr id="23" name="组 22"/>
          <p:cNvGrpSpPr/>
          <p:nvPr/>
        </p:nvGrpSpPr>
        <p:grpSpPr>
          <a:xfrm>
            <a:off x="7026741" y="3411383"/>
            <a:ext cx="2378111" cy="967805"/>
            <a:chOff x="8956427" y="3453468"/>
            <a:chExt cx="2378111" cy="967805"/>
          </a:xfrm>
        </p:grpSpPr>
        <p:grpSp>
          <p:nvGrpSpPr>
            <p:cNvPr id="15" name="组 14"/>
            <p:cNvGrpSpPr/>
            <p:nvPr/>
          </p:nvGrpSpPr>
          <p:grpSpPr>
            <a:xfrm>
              <a:off x="8956427" y="3453468"/>
              <a:ext cx="1400071" cy="307777"/>
              <a:chOff x="783771" y="3453469"/>
              <a:chExt cx="1400071" cy="307777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783771" y="3526971"/>
                <a:ext cx="160774" cy="16077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944545" y="3453469"/>
                <a:ext cx="12392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400" dirty="0" smtClean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PingFang SC Light" charset="-122"/>
                    <a:ea typeface="PingFang SC Light" charset="-122"/>
                    <a:cs typeface="PingFang SC Light" charset="-122"/>
                  </a:rPr>
                  <a:t>生成博客</a:t>
                </a:r>
                <a:endParaRPr kumimoji="1" lang="zh-CN" altLang="en-US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PingFang SC Light" charset="-122"/>
                  <a:ea typeface="PingFang SC Light" charset="-122"/>
                  <a:cs typeface="PingFang SC Light" charset="-122"/>
                </a:endParaRPr>
              </a:p>
            </p:txBody>
          </p:sp>
        </p:grpSp>
        <p:sp>
          <p:nvSpPr>
            <p:cNvPr id="18" name="圆角矩形 17"/>
            <p:cNvSpPr/>
            <p:nvPr/>
          </p:nvSpPr>
          <p:spPr>
            <a:xfrm>
              <a:off x="9117201" y="3851677"/>
              <a:ext cx="2217337" cy="569596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$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  <a:r>
                <a:rPr kumimoji="1" lang="en-US" altLang="zh-CN" sz="1400" dirty="0" err="1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hexo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</a:t>
              </a:r>
              <a:endParaRPr kumimoji="1" lang="en-US" altLang="zh-CN" sz="1400" dirty="0" smtClean="0">
                <a:solidFill>
                  <a:schemeClr val="bg1"/>
                </a:solidFill>
                <a:latin typeface="PingFang SC Light" charset="-122"/>
                <a:ea typeface="PingFang SC Light" charset="-122"/>
                <a:cs typeface="PingFang SC Light" charset="-122"/>
              </a:endParaRPr>
            </a:p>
          </p:txBody>
        </p:sp>
      </p:grpSp>
      <p:grpSp>
        <p:nvGrpSpPr>
          <p:cNvPr id="24" name="组 23"/>
          <p:cNvGrpSpPr/>
          <p:nvPr/>
        </p:nvGrpSpPr>
        <p:grpSpPr>
          <a:xfrm>
            <a:off x="9565626" y="3411383"/>
            <a:ext cx="2255365" cy="945369"/>
            <a:chOff x="783770" y="5496444"/>
            <a:chExt cx="2255365" cy="945369"/>
          </a:xfrm>
        </p:grpSpPr>
        <p:grpSp>
          <p:nvGrpSpPr>
            <p:cNvPr id="19" name="组 18"/>
            <p:cNvGrpSpPr/>
            <p:nvPr/>
          </p:nvGrpSpPr>
          <p:grpSpPr>
            <a:xfrm>
              <a:off x="783770" y="5496444"/>
              <a:ext cx="1400071" cy="307777"/>
              <a:chOff x="783771" y="3453469"/>
              <a:chExt cx="1400071" cy="307777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783771" y="3526971"/>
                <a:ext cx="160774" cy="16077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44545" y="3453469"/>
                <a:ext cx="12392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400" dirty="0" smtClean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PingFang SC Light" charset="-122"/>
                    <a:ea typeface="PingFang SC Light" charset="-122"/>
                    <a:cs typeface="PingFang SC Light" charset="-122"/>
                  </a:rPr>
                  <a:t>部署</a:t>
                </a:r>
                <a:endParaRPr kumimoji="1" lang="zh-CN" altLang="en-US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PingFang SC Light" charset="-122"/>
                  <a:ea typeface="PingFang SC Light" charset="-122"/>
                  <a:cs typeface="PingFang SC Light" charset="-122"/>
                </a:endParaRPr>
              </a:p>
            </p:txBody>
          </p:sp>
        </p:grpSp>
        <p:sp>
          <p:nvSpPr>
            <p:cNvPr id="22" name="圆角矩形 21"/>
            <p:cNvSpPr/>
            <p:nvPr/>
          </p:nvSpPr>
          <p:spPr>
            <a:xfrm>
              <a:off x="944544" y="5872217"/>
              <a:ext cx="2094591" cy="569596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$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  <a:r>
                <a:rPr kumimoji="1" lang="en-US" altLang="zh-CN" sz="1400" dirty="0" err="1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hexo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n-US" altLang="zh-CN" sz="1400" dirty="0" smtClean="0">
                  <a:solidFill>
                    <a:schemeClr val="bg1"/>
                  </a:solidFill>
                </a:rPr>
                <a:t>deploy</a:t>
              </a:r>
              <a:endParaRPr kumimoji="1" lang="en-US" altLang="zh-CN" sz="1400" dirty="0" smtClean="0">
                <a:solidFill>
                  <a:schemeClr val="bg1"/>
                </a:solidFill>
                <a:latin typeface="PingFang SC Light" charset="-122"/>
                <a:ea typeface="PingFang SC Light" charset="-122"/>
                <a:cs typeface="PingFang SC Light" charset="-122"/>
              </a:endParaRPr>
            </a:p>
          </p:txBody>
        </p:sp>
      </p:grpSp>
      <p:grpSp>
        <p:nvGrpSpPr>
          <p:cNvPr id="25" name="组 24"/>
          <p:cNvGrpSpPr/>
          <p:nvPr/>
        </p:nvGrpSpPr>
        <p:grpSpPr>
          <a:xfrm>
            <a:off x="365633" y="3411383"/>
            <a:ext cx="2974312" cy="1399881"/>
            <a:chOff x="783771" y="3453469"/>
            <a:chExt cx="2974312" cy="1399881"/>
          </a:xfrm>
        </p:grpSpPr>
        <p:grpSp>
          <p:nvGrpSpPr>
            <p:cNvPr id="10" name="组 9"/>
            <p:cNvGrpSpPr/>
            <p:nvPr/>
          </p:nvGrpSpPr>
          <p:grpSpPr>
            <a:xfrm>
              <a:off x="783771" y="3453469"/>
              <a:ext cx="1225899" cy="307777"/>
              <a:chOff x="783771" y="3453469"/>
              <a:chExt cx="1225899" cy="307777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783771" y="3526971"/>
                <a:ext cx="160774" cy="16077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944545" y="3453469"/>
                <a:ext cx="10651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400" dirty="0" smtClean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PingFang SC Light" charset="-122"/>
                    <a:ea typeface="PingFang SC Light" charset="-122"/>
                    <a:cs typeface="PingFang SC Light" charset="-122"/>
                  </a:rPr>
                  <a:t>建站</a:t>
                </a:r>
                <a:endParaRPr kumimoji="1" lang="zh-CN" altLang="en-US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PingFang SC Light" charset="-122"/>
                  <a:ea typeface="PingFang SC Light" charset="-122"/>
                  <a:cs typeface="PingFang SC Light" charset="-122"/>
                </a:endParaRPr>
              </a:p>
            </p:txBody>
          </p:sp>
        </p:grpSp>
        <p:sp>
          <p:nvSpPr>
            <p:cNvPr id="9" name="圆角矩形 8"/>
            <p:cNvSpPr/>
            <p:nvPr/>
          </p:nvSpPr>
          <p:spPr>
            <a:xfrm>
              <a:off x="944544" y="3851677"/>
              <a:ext cx="2813539" cy="1001673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$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  <a:r>
                <a:rPr kumimoji="1" lang="en-US" altLang="zh-CN" sz="1400" dirty="0" err="1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hexo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kumimoji="1" lang="en-US" altLang="zh-CN" sz="1400" dirty="0" err="1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init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blog</a:t>
              </a:r>
            </a:p>
            <a:p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$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cd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blog</a:t>
              </a:r>
            </a:p>
            <a:p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$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  <a:r>
                <a:rPr kumimoji="1" lang="en-US" altLang="zh-CN" sz="1400" dirty="0" err="1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npm</a:t>
              </a:r>
              <a:r>
                <a:rPr kumimoji="1" lang="zh-CN" altLang="en-US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kumimoji="1" lang="en-US" altLang="zh-CN" sz="1400" dirty="0" smtClean="0">
                  <a:solidFill>
                    <a:schemeClr val="bg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install</a:t>
              </a:r>
              <a:endParaRPr kumimoji="1" lang="zh-CN" altLang="en-US" sz="140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766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2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2800" dirty="0" smtClean="0">
                <a:latin typeface="PingFang SC Light" charset="-122"/>
                <a:ea typeface="PingFang SC Light" charset="-122"/>
                <a:cs typeface="PingFang SC Light" charset="-122"/>
              </a:rPr>
              <a:t>示例</a:t>
            </a:r>
            <a:endParaRPr kumimoji="1" lang="zh-CN" altLang="en-US" sz="2800" dirty="0"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" y="2249214"/>
            <a:ext cx="12191999" cy="46087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5" name="组 24"/>
          <p:cNvGrpSpPr/>
          <p:nvPr/>
        </p:nvGrpSpPr>
        <p:grpSpPr>
          <a:xfrm>
            <a:off x="1188581" y="3071678"/>
            <a:ext cx="9624883" cy="2963858"/>
            <a:chOff x="1167561" y="2270233"/>
            <a:chExt cx="9624883" cy="296385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7561" y="2270234"/>
              <a:ext cx="2739374" cy="296368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2854" y="2270234"/>
              <a:ext cx="2871325" cy="296385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21289" y="2270233"/>
              <a:ext cx="2871155" cy="296368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</p:grpSp>
      <p:grpSp>
        <p:nvGrpSpPr>
          <p:cNvPr id="30" name="组 29"/>
          <p:cNvGrpSpPr/>
          <p:nvPr/>
        </p:nvGrpSpPr>
        <p:grpSpPr>
          <a:xfrm>
            <a:off x="3998402" y="1385792"/>
            <a:ext cx="4195194" cy="512420"/>
            <a:chOff x="4360227" y="1352361"/>
            <a:chExt cx="4195194" cy="512420"/>
          </a:xfrm>
        </p:grpSpPr>
        <p:sp>
          <p:nvSpPr>
            <p:cNvPr id="27" name="矩形 26"/>
            <p:cNvSpPr/>
            <p:nvPr/>
          </p:nvSpPr>
          <p:spPr>
            <a:xfrm>
              <a:off x="4360227" y="1352361"/>
              <a:ext cx="3631122" cy="512420"/>
            </a:xfrm>
            <a:prstGeom prst="rect">
              <a:avLst/>
            </a:prstGeom>
            <a:solidFill>
              <a:srgbClr val="283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http://</a:t>
              </a:r>
              <a:r>
                <a:rPr lang="zh-CN" altLang="en-US" dirty="0" smtClean="0">
                  <a:solidFill>
                    <a:schemeClr val="tx1"/>
                  </a:solidFill>
                </a:rPr>
                <a:t>blog.godotdotdot.com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991349" y="1352361"/>
              <a:ext cx="564072" cy="512420"/>
            </a:xfrm>
            <a:prstGeom prst="rect">
              <a:avLst/>
            </a:prstGeom>
            <a:solidFill>
              <a:srgbClr val="0E83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/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78724" y="1481571"/>
              <a:ext cx="368300" cy="25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054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cess 08 16x9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905c3888-6285-45d0-bd76-60a9ac2d738c">english</DirectSourceMarket>
    <ApprovalStatus xmlns="905c3888-6285-45d0-bd76-60a9ac2d738c">InProgress</ApprovalStatus>
    <MarketSpecific xmlns="905c3888-6285-45d0-bd76-60a9ac2d738c">false</MarketSpecific>
    <LocComments xmlns="905c3888-6285-45d0-bd76-60a9ac2d738c" xsi:nil="true"/>
    <ThumbnailAssetId xmlns="905c3888-6285-45d0-bd76-60a9ac2d738c" xsi:nil="true"/>
    <PrimaryImageGen xmlns="905c3888-6285-45d0-bd76-60a9ac2d738c">true</PrimaryImageGen>
    <LegacyData xmlns="905c3888-6285-45d0-bd76-60a9ac2d738c" xsi:nil="true"/>
    <LocRecommendedHandoff xmlns="905c3888-6285-45d0-bd76-60a9ac2d738c" xsi:nil="true"/>
    <BusinessGroup xmlns="905c3888-6285-45d0-bd76-60a9ac2d738c" xsi:nil="true"/>
    <BlockPublish xmlns="905c3888-6285-45d0-bd76-60a9ac2d738c">false</BlockPublish>
    <TPFriendlyName xmlns="905c3888-6285-45d0-bd76-60a9ac2d738c" xsi:nil="true"/>
    <NumericId xmlns="905c3888-6285-45d0-bd76-60a9ac2d738c" xsi:nil="true"/>
    <APEditor xmlns="905c3888-6285-45d0-bd76-60a9ac2d738c">
      <UserInfo>
        <DisplayName/>
        <AccountId xsi:nil="true"/>
        <AccountType/>
      </UserInfo>
    </APEditor>
    <SourceTitle xmlns="905c3888-6285-45d0-bd76-60a9ac2d738c" xsi:nil="true"/>
    <OpenTemplate xmlns="905c3888-6285-45d0-bd76-60a9ac2d738c">true</OpenTemplate>
    <UALocComments xmlns="905c3888-6285-45d0-bd76-60a9ac2d738c" xsi:nil="true"/>
    <ParentAssetId xmlns="905c3888-6285-45d0-bd76-60a9ac2d738c" xsi:nil="true"/>
    <IntlLangReviewDate xmlns="905c3888-6285-45d0-bd76-60a9ac2d738c" xsi:nil="true"/>
    <FeatureTagsTaxHTField0 xmlns="905c3888-6285-45d0-bd76-60a9ac2d738c">
      <Terms xmlns="http://schemas.microsoft.com/office/infopath/2007/PartnerControls"/>
    </FeatureTagsTaxHTField0>
    <PublishStatusLookup xmlns="905c3888-6285-45d0-bd76-60a9ac2d738c">
      <Value>493072</Value>
    </PublishStatusLookup>
    <Providers xmlns="905c3888-6285-45d0-bd76-60a9ac2d738c" xsi:nil="true"/>
    <MachineTranslated xmlns="905c3888-6285-45d0-bd76-60a9ac2d738c">false</MachineTranslated>
    <OriginalSourceMarket xmlns="905c3888-6285-45d0-bd76-60a9ac2d738c">english</OriginalSourceMarket>
    <APDescription xmlns="905c3888-6285-45d0-bd76-60a9ac2d738c">使用该 SmartArt 直观表示流程的演变，从集体讨论阶段到相关联的任务结果。（16X9 宽屏格式）</APDescription>
    <ClipArtFilename xmlns="905c3888-6285-45d0-bd76-60a9ac2d738c" xsi:nil="true"/>
    <ContentItem xmlns="905c3888-6285-45d0-bd76-60a9ac2d738c" xsi:nil="true"/>
    <TPInstallLocation xmlns="905c3888-6285-45d0-bd76-60a9ac2d738c" xsi:nil="true"/>
    <PublishTargets xmlns="905c3888-6285-45d0-bd76-60a9ac2d738c">OfficeOnlineVNext</PublishTargets>
    <TimesCloned xmlns="905c3888-6285-45d0-bd76-60a9ac2d738c" xsi:nil="true"/>
    <AssetStart xmlns="905c3888-6285-45d0-bd76-60a9ac2d738c">2012-04-27T06:43:00+00:00</AssetStart>
    <Provider xmlns="905c3888-6285-45d0-bd76-60a9ac2d738c" xsi:nil="true"/>
    <AcquiredFrom xmlns="905c3888-6285-45d0-bd76-60a9ac2d738c">Internal MS</AcquiredFrom>
    <FriendlyTitle xmlns="905c3888-6285-45d0-bd76-60a9ac2d738c" xsi:nil="true"/>
    <LastHandOff xmlns="905c3888-6285-45d0-bd76-60a9ac2d738c" xsi:nil="true"/>
    <TPClientViewer xmlns="905c3888-6285-45d0-bd76-60a9ac2d738c" xsi:nil="true"/>
    <UACurrentWords xmlns="905c3888-6285-45d0-bd76-60a9ac2d738c" xsi:nil="true"/>
    <ArtSampleDocs xmlns="905c3888-6285-45d0-bd76-60a9ac2d738c" xsi:nil="true"/>
    <UALocRecommendation xmlns="905c3888-6285-45d0-bd76-60a9ac2d738c">Localize</UALocRecommendation>
    <Manager xmlns="905c3888-6285-45d0-bd76-60a9ac2d738c" xsi:nil="true"/>
    <ShowIn xmlns="905c3888-6285-45d0-bd76-60a9ac2d738c">Show everywhere</ShowIn>
    <UANotes xmlns="905c3888-6285-45d0-bd76-60a9ac2d738c" xsi:nil="true"/>
    <TemplateStatus xmlns="905c3888-6285-45d0-bd76-60a9ac2d738c">Complete</TemplateStatus>
    <InternalTagsTaxHTField0 xmlns="905c3888-6285-45d0-bd76-60a9ac2d738c">
      <Terms xmlns="http://schemas.microsoft.com/office/infopath/2007/PartnerControls"/>
    </InternalTagsTaxHTField0>
    <CSXHash xmlns="905c3888-6285-45d0-bd76-60a9ac2d738c" xsi:nil="true"/>
    <Downloads xmlns="905c3888-6285-45d0-bd76-60a9ac2d738c">0</Downloads>
    <VoteCount xmlns="905c3888-6285-45d0-bd76-60a9ac2d738c" xsi:nil="true"/>
    <OOCacheId xmlns="905c3888-6285-45d0-bd76-60a9ac2d738c" xsi:nil="true"/>
    <IsDeleted xmlns="905c3888-6285-45d0-bd76-60a9ac2d738c">false</IsDeleted>
    <AssetExpire xmlns="905c3888-6285-45d0-bd76-60a9ac2d738c">2029-01-01T08:00:00+00:00</AssetExpire>
    <DSATActionTaken xmlns="905c3888-6285-45d0-bd76-60a9ac2d738c" xsi:nil="true"/>
    <CSXSubmissionMarket xmlns="905c3888-6285-45d0-bd76-60a9ac2d738c" xsi:nil="true"/>
    <TPExecutable xmlns="905c3888-6285-45d0-bd76-60a9ac2d738c" xsi:nil="true"/>
    <SubmitterId xmlns="905c3888-6285-45d0-bd76-60a9ac2d738c" xsi:nil="true"/>
    <EditorialTags xmlns="905c3888-6285-45d0-bd76-60a9ac2d738c" xsi:nil="true"/>
    <ApprovalLog xmlns="905c3888-6285-45d0-bd76-60a9ac2d738c" xsi:nil="true"/>
    <AssetType xmlns="905c3888-6285-45d0-bd76-60a9ac2d738c">TP</AssetType>
    <BugNumber xmlns="905c3888-6285-45d0-bd76-60a9ac2d738c" xsi:nil="true"/>
    <CSXSubmissionDate xmlns="905c3888-6285-45d0-bd76-60a9ac2d738c" xsi:nil="true"/>
    <CSXUpdate xmlns="905c3888-6285-45d0-bd76-60a9ac2d738c">false</CSXUpdate>
    <Milestone xmlns="905c3888-6285-45d0-bd76-60a9ac2d738c" xsi:nil="true"/>
    <RecommendationsModifier xmlns="905c3888-6285-45d0-bd76-60a9ac2d738c" xsi:nil="true"/>
    <OriginAsset xmlns="905c3888-6285-45d0-bd76-60a9ac2d738c" xsi:nil="true"/>
    <TPComponent xmlns="905c3888-6285-45d0-bd76-60a9ac2d738c" xsi:nil="true"/>
    <AssetId xmlns="905c3888-6285-45d0-bd76-60a9ac2d738c">TP102888887</AssetId>
    <IntlLocPriority xmlns="905c3888-6285-45d0-bd76-60a9ac2d738c" xsi:nil="true"/>
    <PolicheckWords xmlns="905c3888-6285-45d0-bd76-60a9ac2d738c" xsi:nil="true"/>
    <TPLaunchHelpLink xmlns="905c3888-6285-45d0-bd76-60a9ac2d738c" xsi:nil="true"/>
    <TPApplication xmlns="905c3888-6285-45d0-bd76-60a9ac2d738c" xsi:nil="true"/>
    <CrawlForDependencies xmlns="905c3888-6285-45d0-bd76-60a9ac2d738c">false</CrawlForDependencies>
    <HandoffToMSDN xmlns="905c3888-6285-45d0-bd76-60a9ac2d738c" xsi:nil="true"/>
    <PlannedPubDate xmlns="905c3888-6285-45d0-bd76-60a9ac2d738c" xsi:nil="true"/>
    <IntlLangReviewer xmlns="905c3888-6285-45d0-bd76-60a9ac2d738c" xsi:nil="true"/>
    <TrustLevel xmlns="905c3888-6285-45d0-bd76-60a9ac2d738c">1 Microsoft Managed Content</TrustLevel>
    <LocLastLocAttemptVersionLookup xmlns="905c3888-6285-45d0-bd76-60a9ac2d738c">834319</LocLastLocAttemptVersionLookup>
    <IsSearchable xmlns="905c3888-6285-45d0-bd76-60a9ac2d738c">true</IsSearchable>
    <TemplateTemplateType xmlns="905c3888-6285-45d0-bd76-60a9ac2d738c">PowerPoint Presentation Template</TemplateTemplateType>
    <CampaignTagsTaxHTField0 xmlns="905c3888-6285-45d0-bd76-60a9ac2d738c">
      <Terms xmlns="http://schemas.microsoft.com/office/infopath/2007/PartnerControls"/>
    </CampaignTagsTaxHTField0>
    <TPNamespace xmlns="905c3888-6285-45d0-bd76-60a9ac2d738c" xsi:nil="true"/>
    <TaxCatchAll xmlns="905c3888-6285-45d0-bd76-60a9ac2d738c"/>
    <Markets xmlns="905c3888-6285-45d0-bd76-60a9ac2d738c"/>
    <UAProjectedTotalWords xmlns="905c3888-6285-45d0-bd76-60a9ac2d738c" xsi:nil="true"/>
    <IntlLangReview xmlns="905c3888-6285-45d0-bd76-60a9ac2d738c">false</IntlLangReview>
    <OutputCachingOn xmlns="905c3888-6285-45d0-bd76-60a9ac2d738c">false</OutputCachingOn>
    <AverageRating xmlns="905c3888-6285-45d0-bd76-60a9ac2d738c" xsi:nil="true"/>
    <LocMarketGroupTiers2 xmlns="905c3888-6285-45d0-bd76-60a9ac2d738c" xsi:nil="true"/>
    <APAuthor xmlns="905c3888-6285-45d0-bd76-60a9ac2d738c">
      <UserInfo>
        <DisplayName>REDMOND\v-soujap</DisplayName>
        <AccountId>1954</AccountId>
        <AccountType/>
      </UserInfo>
    </APAuthor>
    <LocManualTestRequired xmlns="905c3888-6285-45d0-bd76-60a9ac2d738c">false</LocManualTestRequired>
    <TPCommandLine xmlns="905c3888-6285-45d0-bd76-60a9ac2d738c" xsi:nil="true"/>
    <TPAppVersion xmlns="905c3888-6285-45d0-bd76-60a9ac2d738c" xsi:nil="true"/>
    <EditorialStatus xmlns="905c3888-6285-45d0-bd76-60a9ac2d738c">Complete</EditorialStatus>
    <LastModifiedDateTime xmlns="905c3888-6285-45d0-bd76-60a9ac2d738c" xsi:nil="true"/>
    <ScenarioTagsTaxHTField0 xmlns="905c3888-6285-45d0-bd76-60a9ac2d738c">
      <Terms xmlns="http://schemas.microsoft.com/office/infopath/2007/PartnerControls"/>
    </ScenarioTagsTaxHTField0>
    <OriginalRelease xmlns="905c3888-6285-45d0-bd76-60a9ac2d738c">15</OriginalRelease>
    <TPLaunchHelpLinkType xmlns="905c3888-6285-45d0-bd76-60a9ac2d738c">Template</TPLaunchHelpLinkType>
    <LocalizationTagsTaxHTField0 xmlns="905c3888-6285-45d0-bd76-60a9ac2d738c">
      <Terms xmlns="http://schemas.microsoft.com/office/infopath/2007/PartnerControls"/>
    </LocalizationTagsTaxHTField0>
    <Description0 xmlns="a0b64b53-fba7-43ca-b952-90e5e74773dd" xsi:nil="true"/>
    <Component0 xmlns="a0b64b53-fba7-43ca-b952-90e5e74773d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8D8B3457135D67479991424C624CBB4704002439B9162B2E88498A324BEFF3815221" ma:contentTypeVersion="55" ma:contentTypeDescription="Create a new document." ma:contentTypeScope="" ma:versionID="a7e4f43ee53fc86ae1dd6272262eb9fb">
  <xsd:schema xmlns:xsd="http://www.w3.org/2001/XMLSchema" xmlns:xs="http://www.w3.org/2001/XMLSchema" xmlns:p="http://schemas.microsoft.com/office/2006/metadata/properties" xmlns:ns2="905c3888-6285-45d0-bd76-60a9ac2d738c" xmlns:ns3="a0b64b53-fba7-43ca-b952-90e5e74773dd" targetNamespace="http://schemas.microsoft.com/office/2006/metadata/properties" ma:root="true" ma:fieldsID="12cd52f9b34cd953802493d919c383c5" ns2:_="" ns3:_="">
    <xsd:import namespace="905c3888-6285-45d0-bd76-60a9ac2d738c"/>
    <xsd:import namespace="a0b64b53-fba7-43ca-b952-90e5e74773dd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5c3888-6285-45d0-bd76-60a9ac2d738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2fd52ad2-63b0-4f05-b7aa-a17a1c48ca45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5FC5A58-2851-427E-95B4-AFAF1C73BA4D}" ma:internalName="CSXSubmissionMarket" ma:readOnly="false" ma:showField="MarketName" ma:web="905c3888-6285-45d0-bd76-60a9ac2d738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d402824c-da96-4981-b598-df734aacbc3e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F948D4D-A57E-4E3F-87E9-0ABE9F2D748E}" ma:internalName="InProjectListLookup" ma:readOnly="true" ma:showField="InProjectList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b8eee2a3-2d4f-4b12-b229-9e667c371718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F948D4D-A57E-4E3F-87E9-0ABE9F2D748E}" ma:internalName="LastCompleteVersionLookup" ma:readOnly="true" ma:showField="LastCompleteVersion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F948D4D-A57E-4E3F-87E9-0ABE9F2D748E}" ma:internalName="LastPreviewErrorLookup" ma:readOnly="true" ma:showField="LastPreviewError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F948D4D-A57E-4E3F-87E9-0ABE9F2D748E}" ma:internalName="LastPreviewResultLookup" ma:readOnly="true" ma:showField="LastPreviewResult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F948D4D-A57E-4E3F-87E9-0ABE9F2D748E}" ma:internalName="LastPreviewAttemptDateLookup" ma:readOnly="true" ma:showField="LastPreviewAttemptDate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F948D4D-A57E-4E3F-87E9-0ABE9F2D748E}" ma:internalName="LastPreviewedByLookup" ma:readOnly="true" ma:showField="LastPreviewedBy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F948D4D-A57E-4E3F-87E9-0ABE9F2D748E}" ma:internalName="LastPreviewTimeLookup" ma:readOnly="true" ma:showField="LastPreviewTime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F948D4D-A57E-4E3F-87E9-0ABE9F2D748E}" ma:internalName="LastPreviewVersionLookup" ma:readOnly="true" ma:showField="LastPreviewVersion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F948D4D-A57E-4E3F-87E9-0ABE9F2D748E}" ma:internalName="LastPublishErrorLookup" ma:readOnly="true" ma:showField="LastPublishError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F948D4D-A57E-4E3F-87E9-0ABE9F2D748E}" ma:internalName="LastPublishResultLookup" ma:readOnly="true" ma:showField="LastPublishResult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F948D4D-A57E-4E3F-87E9-0ABE9F2D748E}" ma:internalName="LastPublishAttemptDateLookup" ma:readOnly="true" ma:showField="LastPublishAttemptDate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F948D4D-A57E-4E3F-87E9-0ABE9F2D748E}" ma:internalName="LastPublishedByLookup" ma:readOnly="true" ma:showField="LastPublishedBy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F948D4D-A57E-4E3F-87E9-0ABE9F2D748E}" ma:internalName="LastPublishTimeLookup" ma:readOnly="true" ma:showField="LastPublishTime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F948D4D-A57E-4E3F-87E9-0ABE9F2D748E}" ma:internalName="LastPublishVersionLookup" ma:readOnly="true" ma:showField="LastPublishVersion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1EFB310-8154-40EE-A736-2FF11D479763}" ma:internalName="LocLastLocAttemptVersionLookup" ma:readOnly="false" ma:showField="LastLocAttemptVersion" ma:web="905c3888-6285-45d0-bd76-60a9ac2d738c">
      <xsd:simpleType>
        <xsd:restriction base="dms:Lookup"/>
      </xsd:simpleType>
    </xsd:element>
    <xsd:element name="LocLastLocAttemptVersionTypeLookup" ma:index="72" nillable="true" ma:displayName="Loc Last Loc Attempt Version Type" ma:default="" ma:list="{B1EFB310-8154-40EE-A736-2FF11D479763}" ma:internalName="LocLastLocAttemptVersionTypeLookup" ma:readOnly="true" ma:showField="LastLocAttemptVersionType" ma:web="905c3888-6285-45d0-bd76-60a9ac2d738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1EFB310-8154-40EE-A736-2FF11D479763}" ma:internalName="LocNewPublishedVersionLookup" ma:readOnly="true" ma:showField="NewPublishedVersion" ma:web="905c3888-6285-45d0-bd76-60a9ac2d738c">
      <xsd:simpleType>
        <xsd:restriction base="dms:Lookup"/>
      </xsd:simpleType>
    </xsd:element>
    <xsd:element name="LocOverallHandbackStatusLookup" ma:index="76" nillable="true" ma:displayName="Loc Overall Handback Status" ma:default="" ma:list="{B1EFB310-8154-40EE-A736-2FF11D479763}" ma:internalName="LocOverallHandbackStatusLookup" ma:readOnly="true" ma:showField="OverallHandbackStatus" ma:web="905c3888-6285-45d0-bd76-60a9ac2d738c">
      <xsd:simpleType>
        <xsd:restriction base="dms:Lookup"/>
      </xsd:simpleType>
    </xsd:element>
    <xsd:element name="LocOverallLocStatusLookup" ma:index="77" nillable="true" ma:displayName="Loc Overall Localize Status" ma:default="" ma:list="{B1EFB310-8154-40EE-A736-2FF11D479763}" ma:internalName="LocOverallLocStatusLookup" ma:readOnly="true" ma:showField="OverallLocStatus" ma:web="905c3888-6285-45d0-bd76-60a9ac2d738c">
      <xsd:simpleType>
        <xsd:restriction base="dms:Lookup"/>
      </xsd:simpleType>
    </xsd:element>
    <xsd:element name="LocOverallPreviewStatusLookup" ma:index="78" nillable="true" ma:displayName="Loc Overall Preview Status" ma:default="" ma:list="{B1EFB310-8154-40EE-A736-2FF11D479763}" ma:internalName="LocOverallPreviewStatusLookup" ma:readOnly="true" ma:showField="OverallPreviewStatus" ma:web="905c3888-6285-45d0-bd76-60a9ac2d738c">
      <xsd:simpleType>
        <xsd:restriction base="dms:Lookup"/>
      </xsd:simpleType>
    </xsd:element>
    <xsd:element name="LocOverallPublishStatusLookup" ma:index="79" nillable="true" ma:displayName="Loc Overall Publish Status" ma:default="" ma:list="{B1EFB310-8154-40EE-A736-2FF11D479763}" ma:internalName="LocOverallPublishStatusLookup" ma:readOnly="true" ma:showField="OverallPublishStatus" ma:web="905c3888-6285-45d0-bd76-60a9ac2d738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1EFB310-8154-40EE-A736-2FF11D479763}" ma:internalName="LocProcessedForHandoffsLookup" ma:readOnly="true" ma:showField="ProcessedForHandoffs" ma:web="905c3888-6285-45d0-bd76-60a9ac2d738c">
      <xsd:simpleType>
        <xsd:restriction base="dms:Lookup"/>
      </xsd:simpleType>
    </xsd:element>
    <xsd:element name="LocProcessedForMarketsLookup" ma:index="82" nillable="true" ma:displayName="Loc Processed For Markets" ma:default="" ma:list="{B1EFB310-8154-40EE-A736-2FF11D479763}" ma:internalName="LocProcessedForMarketsLookup" ma:readOnly="true" ma:showField="ProcessedForMarkets" ma:web="905c3888-6285-45d0-bd76-60a9ac2d738c">
      <xsd:simpleType>
        <xsd:restriction base="dms:Lookup"/>
      </xsd:simpleType>
    </xsd:element>
    <xsd:element name="LocPublishedDependentAssetsLookup" ma:index="83" nillable="true" ma:displayName="Loc Published Dependent Assets" ma:default="" ma:list="{B1EFB310-8154-40EE-A736-2FF11D479763}" ma:internalName="LocPublishedDependentAssetsLookup" ma:readOnly="true" ma:showField="PublishedDependentAssets" ma:web="905c3888-6285-45d0-bd76-60a9ac2d738c">
      <xsd:simpleType>
        <xsd:restriction base="dms:Lookup"/>
      </xsd:simpleType>
    </xsd:element>
    <xsd:element name="LocPublishedLinkedAssetsLookup" ma:index="84" nillable="true" ma:displayName="Loc Published Linked Assets" ma:default="" ma:list="{B1EFB310-8154-40EE-A736-2FF11D479763}" ma:internalName="LocPublishedLinkedAssetsLookup" ma:readOnly="true" ma:showField="PublishedLinkedAssets" ma:web="905c3888-6285-45d0-bd76-60a9ac2d738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726a1ece-9747-4e7d-9113-bc8295fd2c1d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5FC5A58-2851-427E-95B4-AFAF1C73BA4D}" ma:internalName="Markets" ma:readOnly="false" ma:showField="MarketName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F948D4D-A57E-4E3F-87E9-0ABE9F2D748E}" ma:internalName="NumOfRatingsLookup" ma:readOnly="true" ma:showField="NumOfRatings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F948D4D-A57E-4E3F-87E9-0ABE9F2D748E}" ma:internalName="PublishStatusLookup" ma:readOnly="false" ma:showField="PublishStatus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cba8db9d-85f8-47e4-85af-46018813972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72161567-9e55-4761-b65c-3c8149bfc4ca}" ma:internalName="TaxCatchAll" ma:showField="CatchAllData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72161567-9e55-4761-b65c-3c8149bfc4ca}" ma:internalName="TaxCatchAllLabel" ma:readOnly="true" ma:showField="CatchAllDataLabel" ma:web="905c3888-6285-45d0-bd76-60a9ac2d73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64b53-fba7-43ca-b952-90e5e74773dd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0" ma:index="135" nillable="true" ma:displayName="Component" ma:internalName="Component0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4A66908-3A9F-4508-9D34-14053126CD5A}">
  <ds:schemaRefs>
    <ds:schemaRef ds:uri="http://schemas.microsoft.com/office/2006/metadata/properties"/>
    <ds:schemaRef ds:uri="http://schemas.microsoft.com/office/infopath/2007/PartnerControls"/>
    <ds:schemaRef ds:uri="905c3888-6285-45d0-bd76-60a9ac2d738c"/>
    <ds:schemaRef ds:uri="a0b64b53-fba7-43ca-b952-90e5e74773dd"/>
  </ds:schemaRefs>
</ds:datastoreItem>
</file>

<file path=customXml/itemProps2.xml><?xml version="1.0" encoding="utf-8"?>
<ds:datastoreItem xmlns:ds="http://schemas.openxmlformats.org/officeDocument/2006/customXml" ds:itemID="{7C635F6E-755A-4B5C-8404-A7C46D52E8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5c3888-6285-45d0-bd76-60a9ac2d738c"/>
    <ds:schemaRef ds:uri="a0b64b53-fba7-43ca-b952-90e5e74773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0B36A68-B985-479C-ABD2-B60B3ED4A3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随机至结果流程 SmartArt 幻灯片（黑底绿色），宽屏</Template>
  <TotalTime>0</TotalTime>
  <Words>103</Words>
  <Application>Microsoft Macintosh PowerPoint</Application>
  <PresentationFormat>宽屏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Century Gothic</vt:lpstr>
      <vt:lpstr>Lato</vt:lpstr>
      <vt:lpstr>Microsoft YaHei UI</vt:lpstr>
      <vt:lpstr>PingFang SC Light</vt:lpstr>
      <vt:lpstr>Times New Roman</vt:lpstr>
      <vt:lpstr>幼圆</vt:lpstr>
      <vt:lpstr>Arial</vt:lpstr>
      <vt:lpstr>Process 08 16x9</vt:lpstr>
      <vt:lpstr>使用Hexo创建一个属于自己的博客</vt:lpstr>
      <vt:lpstr>配置环境</vt:lpstr>
      <vt:lpstr>如何使用</vt:lpstr>
      <vt:lpstr>示例</vt:lpstr>
    </vt:vector>
  </TitlesOfParts>
  <Company/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用户</dc:creator>
  <cp:lastModifiedBy/>
  <cp:revision>1</cp:revision>
  <dcterms:created xsi:type="dcterms:W3CDTF">2017-12-08T03:11:13Z</dcterms:created>
  <dcterms:modified xsi:type="dcterms:W3CDTF">2017-12-08T06:14:29Z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0x0101008D8B3457135D67479991424C624CBB4704002439B9162B2E88498A324BEFF3815221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